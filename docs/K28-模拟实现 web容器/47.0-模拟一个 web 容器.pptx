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1" r:id="rId2"/>
  </p:sldMasterIdLst>
  <p:notesMasterIdLst>
    <p:notesMasterId r:id="rId9"/>
  </p:notesMasterIdLst>
  <p:sldIdLst>
    <p:sldId id="256" r:id="rId3"/>
    <p:sldId id="411" r:id="rId4"/>
    <p:sldId id="421" r:id="rId5"/>
    <p:sldId id="422" r:id="rId6"/>
    <p:sldId id="423" r:id="rId7"/>
    <p:sldId id="424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18" autoAdjust="0"/>
    <p:restoredTop sz="96067"/>
  </p:normalViewPr>
  <p:slideViewPr>
    <p:cSldViewPr snapToGrid="0">
      <p:cViewPr varScale="1">
        <p:scale>
          <a:sx n="113" d="100"/>
          <a:sy n="113" d="100"/>
        </p:scale>
        <p:origin x="208" y="304"/>
      </p:cViewPr>
      <p:guideLst/>
    </p:cSldViewPr>
  </p:slideViewPr>
  <p:outlineViewPr>
    <p:cViewPr>
      <p:scale>
        <a:sx n="33" d="100"/>
        <a:sy n="33" d="100"/>
      </p:scale>
      <p:origin x="0" y="-46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234C0-42CF-994A-B498-2C2DAA802C99}" type="datetimeFigureOut">
              <a:rPr lang="en-CN" smtClean="0"/>
              <a:t>4/28/23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22EA6-FE1A-C745-BE27-F2AA48395E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2899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/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66399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426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lang="zh-CN" altLang="en-US" dirty="0" smtClean="0"/>
            </a:lvl1pPr>
            <a:lvl2pPr>
              <a:lnSpc>
                <a:spcPct val="100000"/>
              </a:lnSpc>
              <a:defRPr lang="zh-CN" altLang="en-US" dirty="0" smtClean="0"/>
            </a:lvl2pPr>
            <a:lvl3pPr>
              <a:lnSpc>
                <a:spcPct val="100000"/>
              </a:lnSpc>
              <a:defRPr lang="zh-CN" altLang="en-US" dirty="0" smtClean="0"/>
            </a:lvl3pPr>
            <a:lvl4pPr>
              <a:lnSpc>
                <a:spcPct val="100000"/>
              </a:lnSpc>
              <a:defRPr lang="zh-CN" altLang="en-US" dirty="0" smtClean="0"/>
            </a:lvl4pPr>
            <a:lvl5pPr>
              <a:lnSpc>
                <a:spcPct val="100000"/>
              </a:lnSpc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2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366928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59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  <a:lvl2pPr marL="0" indent="0" algn="ctr">
              <a:buNone/>
              <a:defRPr/>
            </a:lvl2pPr>
            <a:lvl3pPr marL="0" indent="0" algn="ctr">
              <a:buNone/>
              <a:defRPr/>
            </a:lvl3pPr>
            <a:lvl4pPr marL="0" indent="0" algn="ctr">
              <a:buNone/>
              <a:defRPr/>
            </a:lvl4pPr>
            <a:lvl5pPr marL="0" indent="0" algn="ctr">
              <a:buNone/>
              <a:defRPr/>
            </a:lvl5pPr>
          </a:lstStyle>
          <a:p>
            <a:pPr lvl="0"/>
            <a:r>
              <a:rPr lang="zh-CN" altLang="en-US" dirty="0"/>
              <a:t>背景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023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044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151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>
                <a:solidFill>
                  <a:srgbClr val="2B4576"/>
                </a:solidFill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09546"/>
            <a:ext cx="10515600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006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250417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21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>
              <a:buSzPct val="100000"/>
              <a:defRPr lang="zh-CN" altLang="en-US" dirty="0" smtClean="0"/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175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3"/>
          </p:nvPr>
        </p:nvSpPr>
        <p:spPr>
          <a:xfrm>
            <a:off x="0" y="3"/>
            <a:ext cx="12192000" cy="6857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338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57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737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41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384F88"/>
            </a:gs>
            <a:gs pos="100000">
              <a:srgbClr val="1E2C6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FC00A0-87D4-4A61-9BF9-412D314D1DAF}"/>
              </a:ext>
            </a:extLst>
          </p:cNvPr>
          <p:cNvSpPr txBox="1"/>
          <p:nvPr/>
        </p:nvSpPr>
        <p:spPr>
          <a:xfrm>
            <a:off x="5546971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488370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9" r:id="rId3"/>
    <p:sldLayoutId id="2147483675" r:id="rId4"/>
    <p:sldLayoutId id="2147483678" r:id="rId5"/>
    <p:sldLayoutId id="2147483677" r:id="rId6"/>
    <p:sldLayoutId id="2147483679" r:id="rId7"/>
    <p:sldLayoutId id="2147483680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-360000" algn="l" defTabSz="6858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lang="zh-CN" altLang="en-US" sz="3600" kern="1200" dirty="0" smtClean="0">
          <a:solidFill>
            <a:srgbClr val="FFDE85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100000"/>
        <a:buFont typeface="Wingdings" panose="05000000000000000000" pitchFamily="2" charset="2"/>
        <a:buChar char="ü"/>
        <a:defRPr sz="24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F9FCFF"/>
            </a:gs>
            <a:gs pos="100000">
              <a:srgbClr val="EBF7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1130"/>
            <a:ext cx="10515600" cy="5380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4C8E59-2062-4974-9D8C-C0D011B313F2}"/>
              </a:ext>
            </a:extLst>
          </p:cNvPr>
          <p:cNvSpPr txBox="1"/>
          <p:nvPr/>
        </p:nvSpPr>
        <p:spPr>
          <a:xfrm>
            <a:off x="5363962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95339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90" r:id="rId3"/>
    <p:sldLayoutId id="2147483683" r:id="rId4"/>
    <p:sldLayoutId id="2147483684" r:id="rId5"/>
    <p:sldLayoutId id="2147483685" r:id="rId6"/>
    <p:sldLayoutId id="2147483686" r:id="rId7"/>
    <p:sldLayoutId id="2147483687" r:id="rId8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36000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50000"/>
        <a:buFont typeface="Wingdings" panose="05000000000000000000" pitchFamily="2" charset="2"/>
        <a:buChar char="ü"/>
        <a:defRPr sz="24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816A-4D31-46FA-A25C-E6E973DEBF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-</a:t>
            </a:r>
            <a:r>
              <a:rPr lang="zh-CN" altLang="en-US" dirty="0"/>
              <a:t>模拟一个</a:t>
            </a:r>
            <a:r>
              <a:rPr lang="en-US" altLang="zh-CN" dirty="0"/>
              <a:t>web</a:t>
            </a:r>
            <a:r>
              <a:rPr lang="zh-CN" altLang="en-US" dirty="0"/>
              <a:t>容器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FB9298-51D4-4A02-B053-F474455D3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66399"/>
            <a:ext cx="10515600" cy="461665"/>
          </a:xfrm>
        </p:spPr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罗辑</a:t>
            </a:r>
          </a:p>
        </p:txBody>
      </p:sp>
    </p:spTree>
    <p:extLst>
      <p:ext uri="{BB962C8B-B14F-4D97-AF65-F5344CB8AC3E}">
        <p14:creationId xmlns:p14="http://schemas.microsoft.com/office/powerpoint/2010/main" val="3556706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701738"/>
            <a:ext cx="10405707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latin typeface="Helvetica Neue" panose="02000503000000020004" pitchFamily="2" charset="0"/>
              </a:rPr>
              <a:t>1. </a:t>
            </a:r>
            <a:r>
              <a:rPr lang="zh-CN" altLang="en-US" sz="2800" b="1" dirty="0">
                <a:latin typeface="Helvetica Neue" panose="02000503000000020004" pitchFamily="2" charset="0"/>
              </a:rPr>
              <a:t>定义 </a:t>
            </a:r>
            <a:r>
              <a:rPr lang="en-US" altLang="zh-CN" sz="2800" b="1" dirty="0">
                <a:latin typeface="Helvetica Neue" panose="02000503000000020004" pitchFamily="2" charset="0"/>
              </a:rPr>
              <a:t>web</a:t>
            </a:r>
            <a:r>
              <a:rPr lang="zh-CN" altLang="en-US" sz="2800" b="1" dirty="0">
                <a:latin typeface="Helvetica Neue" panose="02000503000000020004" pitchFamily="2" charset="0"/>
              </a:rPr>
              <a:t> 容器类</a:t>
            </a:r>
            <a:endParaRPr lang="zh-CN" altLang="en-US" sz="28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D08BEF3-AE55-30A8-4445-C32798348479}"/>
              </a:ext>
            </a:extLst>
          </p:cNvPr>
          <p:cNvSpPr txBox="1"/>
          <p:nvPr/>
        </p:nvSpPr>
        <p:spPr>
          <a:xfrm>
            <a:off x="668692" y="1425222"/>
            <a:ext cx="10642775" cy="1160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启动容器方法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处理请求方法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关闭容器方法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305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701738"/>
            <a:ext cx="10405707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latin typeface="Helvetica Neue" panose="02000503000000020004" pitchFamily="2" charset="0"/>
              </a:rPr>
              <a:t>2. </a:t>
            </a:r>
            <a:r>
              <a:rPr lang="zh-CN" altLang="en-US" sz="2800" b="1" dirty="0">
                <a:latin typeface="Helvetica Neue" panose="02000503000000020004" pitchFamily="2" charset="0"/>
              </a:rPr>
              <a:t>实现启动容器方法</a:t>
            </a:r>
            <a:endParaRPr lang="zh-CN" altLang="en-US" sz="28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D08BEF3-AE55-30A8-4445-C32798348479}"/>
              </a:ext>
            </a:extLst>
          </p:cNvPr>
          <p:cNvSpPr txBox="1"/>
          <p:nvPr/>
        </p:nvSpPr>
        <p:spPr>
          <a:xfrm>
            <a:off x="668692" y="1425222"/>
            <a:ext cx="11004019" cy="79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解析配置信息，保存请求路径与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类名的映射关系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解析配置信息，按顺序创建并初始化需要在启动阶段加载的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对象，并保存请求路径与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对象的映射关系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073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701738"/>
            <a:ext cx="10405707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latin typeface="Helvetica Neue" panose="02000503000000020004" pitchFamily="2" charset="0"/>
              </a:rPr>
              <a:t>3. </a:t>
            </a:r>
            <a:r>
              <a:rPr lang="zh-CN" altLang="en-US" sz="2800" b="1" dirty="0">
                <a:latin typeface="Helvetica Neue" panose="02000503000000020004" pitchFamily="2" charset="0"/>
              </a:rPr>
              <a:t>实现处理请求方法</a:t>
            </a:r>
            <a:endParaRPr lang="zh-CN" altLang="en-US" sz="28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D08BEF3-AE55-30A8-4445-C32798348479}"/>
              </a:ext>
            </a:extLst>
          </p:cNvPr>
          <p:cNvSpPr txBox="1"/>
          <p:nvPr/>
        </p:nvSpPr>
        <p:spPr>
          <a:xfrm>
            <a:off x="668692" y="1425222"/>
            <a:ext cx="10642775" cy="2260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如果请求路径与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对象的映射关系存在，直接获取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对象并调用其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service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如果请求路径与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类名的映射关系存在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创建并初始化的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对象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保存请求路径与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对象的映射关系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调用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对象的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service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如果请求路径与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类名的映射关系不存在，打印请求路径不存在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622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701738"/>
            <a:ext cx="10405707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latin typeface="Helvetica Neue" panose="02000503000000020004" pitchFamily="2" charset="0"/>
              </a:rPr>
              <a:t>4. </a:t>
            </a:r>
            <a:r>
              <a:rPr lang="zh-CN" altLang="en-US" sz="2800" b="1" dirty="0">
                <a:latin typeface="Helvetica Neue" panose="02000503000000020004" pitchFamily="2" charset="0"/>
              </a:rPr>
              <a:t>实现关闭容器方法</a:t>
            </a:r>
            <a:endParaRPr lang="zh-CN" altLang="en-US" sz="28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D08BEF3-AE55-30A8-4445-C32798348479}"/>
              </a:ext>
            </a:extLst>
          </p:cNvPr>
          <p:cNvSpPr txBox="1"/>
          <p:nvPr/>
        </p:nvSpPr>
        <p:spPr>
          <a:xfrm>
            <a:off x="668692" y="1425222"/>
            <a:ext cx="10642775" cy="42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获取所有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对象，执行其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destroy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012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701738"/>
            <a:ext cx="10405707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latin typeface="Helvetica Neue" panose="02000503000000020004" pitchFamily="2" charset="0"/>
              </a:rPr>
              <a:t>5. </a:t>
            </a:r>
            <a:r>
              <a:rPr lang="zh-CN" altLang="en-US" sz="2800" b="1" dirty="0">
                <a:latin typeface="Helvetica Neue" panose="02000503000000020004" pitchFamily="2" charset="0"/>
              </a:rPr>
              <a:t>进行测试</a:t>
            </a:r>
            <a:endParaRPr lang="zh-CN" altLang="en-US" sz="28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D08BEF3-AE55-30A8-4445-C32798348479}"/>
              </a:ext>
            </a:extLst>
          </p:cNvPr>
          <p:cNvSpPr txBox="1"/>
          <p:nvPr/>
        </p:nvSpPr>
        <p:spPr>
          <a:xfrm>
            <a:off x="668692" y="1425222"/>
            <a:ext cx="10642775" cy="1522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引入单元测试需要的依赖，创建单元测试类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构造测试数据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设计测试执行步骤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运行测试，将实际结果与预期结果进行对比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100698"/>
      </p:ext>
    </p:extLst>
  </p:cSld>
  <p:clrMapOvr>
    <a:masterClrMapping/>
  </p:clrMapOvr>
</p:sld>
</file>

<file path=ppt/theme/theme1.xml><?xml version="1.0" encoding="utf-8"?>
<a:theme xmlns:a="http://schemas.openxmlformats.org/drawingml/2006/main" name="饥人谷2020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00"/>
      </a:hlink>
      <a:folHlink>
        <a:srgbClr val="FFFF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饥人谷2020" id="{9EA43CC4-F49E-4AFB-A232-7BBA7D9D7755}" vid="{63A6EB6F-AC6E-43AB-B8C5-02C8C8D42495}"/>
    </a:ext>
  </a:extLst>
</a:theme>
</file>

<file path=ppt/theme/theme2.xml><?xml version="1.0" encoding="utf-8"?>
<a:theme xmlns:a="http://schemas.openxmlformats.org/drawingml/2006/main" name="饥人谷2019浅色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0000"/>
      </a:hlink>
      <a:folHlink>
        <a:srgbClr val="FF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vaScript 入门.pptx" id="{B812C777-9E68-4F43-B758-EBA532ADB484}" vid="{D326234F-4341-4D06-8CC1-2D740558C2C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饥人谷2020</Template>
  <TotalTime>34240</TotalTime>
  <Words>197</Words>
  <Application>Microsoft Macintosh PowerPoint</Application>
  <PresentationFormat>宽屏</PresentationFormat>
  <Paragraphs>23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思源黑体</vt:lpstr>
      <vt:lpstr>Microsoft YaHei</vt:lpstr>
      <vt:lpstr>Microsoft YaHei</vt:lpstr>
      <vt:lpstr>Arial</vt:lpstr>
      <vt:lpstr>Calibri</vt:lpstr>
      <vt:lpstr>Consolas</vt:lpstr>
      <vt:lpstr>Helvetica Neue</vt:lpstr>
      <vt:lpstr>Wingdings</vt:lpstr>
      <vt:lpstr>饥人谷2020</vt:lpstr>
      <vt:lpstr>饥人谷2019浅色主题​​</vt:lpstr>
      <vt:lpstr>练习-模拟一个web容器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蓝色PPT</dc:title>
  <dc:creator>方 方</dc:creator>
  <cp:lastModifiedBy>vincent</cp:lastModifiedBy>
  <cp:revision>333</cp:revision>
  <dcterms:created xsi:type="dcterms:W3CDTF">2021-12-14T08:53:33Z</dcterms:created>
  <dcterms:modified xsi:type="dcterms:W3CDTF">2023-04-28T15:09:05Z</dcterms:modified>
</cp:coreProperties>
</file>