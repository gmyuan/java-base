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9"/>
  </p:notesMasterIdLst>
  <p:sldIdLst>
    <p:sldId id="256" r:id="rId3"/>
    <p:sldId id="331" r:id="rId4"/>
    <p:sldId id="360" r:id="rId5"/>
    <p:sldId id="383" r:id="rId6"/>
    <p:sldId id="384" r:id="rId7"/>
    <p:sldId id="38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84" autoAdjust="0"/>
    <p:restoredTop sz="96067"/>
  </p:normalViewPr>
  <p:slideViewPr>
    <p:cSldViewPr snapToGrid="0">
      <p:cViewPr varScale="1">
        <p:scale>
          <a:sx n="113" d="100"/>
          <a:sy n="113" d="100"/>
        </p:scale>
        <p:origin x="208" y="304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4/9/23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编写第一个</a:t>
            </a:r>
            <a:r>
              <a:rPr lang="en-US" altLang="zh-CN" dirty="0"/>
              <a:t>Servlet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512988" y="521724"/>
            <a:ext cx="766016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在本节课中，你将学到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33D74E-DF54-69E0-616C-7BE9C9CADF93}"/>
              </a:ext>
            </a:extLst>
          </p:cNvPr>
          <p:cNvSpPr txBox="1"/>
          <p:nvPr/>
        </p:nvSpPr>
        <p:spPr>
          <a:xfrm>
            <a:off x="634749" y="1453524"/>
            <a:ext cx="7140473" cy="1889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编写第一个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不使用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IDEA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如何启动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(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部署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)webapp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webapp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标准目录结构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+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maven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优化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webapp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部署流程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0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编写第一个 </a:t>
            </a:r>
            <a:r>
              <a:rPr lang="en-US" altLang="zh-CN" dirty="0"/>
              <a:t>Servlet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ED9ED2-D2E8-B435-C8AB-FB8CB08D13D9}"/>
              </a:ext>
            </a:extLst>
          </p:cNvPr>
          <p:cNvSpPr txBox="1"/>
          <p:nvPr/>
        </p:nvSpPr>
        <p:spPr>
          <a:xfrm>
            <a:off x="668691" y="1498679"/>
            <a:ext cx="1064277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第一步：创建我们自己的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实现类并实现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接口（需要导入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servlet-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api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包）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7F077F-C387-D7FF-78A6-6CB62325A78B}"/>
              </a:ext>
            </a:extLst>
          </p:cNvPr>
          <p:cNvSpPr txBox="1"/>
          <p:nvPr/>
        </p:nvSpPr>
        <p:spPr>
          <a:xfrm>
            <a:off x="668691" y="2003112"/>
            <a:ext cx="11105619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第二步：在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web.xml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中增加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ervlet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相关配置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servlet-name, servlet-class, servlet-mapping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3229CC-FE6B-3367-7E11-541F825BC379}"/>
              </a:ext>
            </a:extLst>
          </p:cNvPr>
          <p:cNvSpPr txBox="1"/>
          <p:nvPr/>
        </p:nvSpPr>
        <p:spPr>
          <a:xfrm>
            <a:off x="668692" y="2507545"/>
            <a:ext cx="9841264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第三步：启动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webapp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，通过配置的请求路径调用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0EDBF1B3-7679-F7C6-9F13-0C64C744F36D}"/>
              </a:ext>
            </a:extLst>
          </p:cNvPr>
          <p:cNvSpPr txBox="1">
            <a:spLocks/>
          </p:cNvSpPr>
          <p:nvPr/>
        </p:nvSpPr>
        <p:spPr>
          <a:xfrm>
            <a:off x="668691" y="3380356"/>
            <a:ext cx="10405707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000" dirty="0"/>
              <a:t>JAR</a:t>
            </a:r>
            <a:r>
              <a:rPr lang="zh-CN" altLang="en-US" sz="4000" dirty="0"/>
              <a:t> 包是什么？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7D0D4D-CE43-C6F3-6F16-53F4DBD90B87}"/>
              </a:ext>
            </a:extLst>
          </p:cNvPr>
          <p:cNvSpPr txBox="1"/>
          <p:nvPr/>
        </p:nvSpPr>
        <p:spPr>
          <a:xfrm>
            <a:off x="668691" y="4131661"/>
            <a:ext cx="10270242" cy="1889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 Archive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，是一种软件包文件格式，通常用于聚合大量的</a:t>
            </a:r>
            <a:r>
              <a:rPr lang="en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类文件、相关的元数据和资源（文本、图片等）文件到一个文件，以便开发</a:t>
            </a:r>
            <a:r>
              <a:rPr lang="en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平台应用软件或库。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如果你的代码要跨项目给其他人使用，你就需要将你的创建的代码打包成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这里我们代码要用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Sun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公司定义的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接口，需要使用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Sun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公司提供的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包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788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不使用 </a:t>
            </a:r>
            <a:r>
              <a:rPr lang="en-US" altLang="zh-CN" dirty="0"/>
              <a:t>IDEA</a:t>
            </a:r>
            <a:r>
              <a:rPr lang="zh-CN" altLang="en-US" dirty="0"/>
              <a:t>如何启动</a:t>
            </a:r>
            <a:r>
              <a:rPr lang="en-US" altLang="zh-CN" dirty="0"/>
              <a:t>(</a:t>
            </a:r>
            <a:r>
              <a:rPr lang="zh-CN" altLang="en-US" dirty="0"/>
              <a:t>部署</a:t>
            </a:r>
            <a:r>
              <a:rPr lang="en-US" altLang="zh-CN" dirty="0"/>
              <a:t>)webapp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ED9ED2-D2E8-B435-C8AB-FB8CB08D13D9}"/>
              </a:ext>
            </a:extLst>
          </p:cNvPr>
          <p:cNvSpPr txBox="1"/>
          <p:nvPr/>
        </p:nvSpPr>
        <p:spPr>
          <a:xfrm>
            <a:off x="668691" y="1498679"/>
            <a:ext cx="1064277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第一步：进入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Tomcat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根目录下的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webapps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文件夹 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7F077F-C387-D7FF-78A6-6CB62325A78B}"/>
              </a:ext>
            </a:extLst>
          </p:cNvPr>
          <p:cNvSpPr txBox="1"/>
          <p:nvPr/>
        </p:nvSpPr>
        <p:spPr>
          <a:xfrm>
            <a:off x="668691" y="2057889"/>
            <a:ext cx="10552464" cy="96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第二步：在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webapps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目录下创建文件夹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(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例如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hotel)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，这个文件夹是我们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webapp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的根目录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(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webappRoot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)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，文件夹的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名称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就是我们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webapp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请求路径的根路径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3229CC-FE6B-3367-7E11-541F825BC379}"/>
              </a:ext>
            </a:extLst>
          </p:cNvPr>
          <p:cNvSpPr txBox="1"/>
          <p:nvPr/>
        </p:nvSpPr>
        <p:spPr>
          <a:xfrm>
            <a:off x="668691" y="3078764"/>
            <a:ext cx="9841264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第三步：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webappRoot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下创建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WEB-INF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文件夹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06E3FF-065D-BEC2-DFDF-571BFC4544B4}"/>
              </a:ext>
            </a:extLst>
          </p:cNvPr>
          <p:cNvSpPr txBox="1"/>
          <p:nvPr/>
        </p:nvSpPr>
        <p:spPr>
          <a:xfrm>
            <a:off x="668691" y="3637974"/>
            <a:ext cx="9841264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第四步：在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WEB-INF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下创建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classes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文件夹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451B5B-3985-ABB9-0D5E-A4739659989D}"/>
              </a:ext>
            </a:extLst>
          </p:cNvPr>
          <p:cNvSpPr txBox="1"/>
          <p:nvPr/>
        </p:nvSpPr>
        <p:spPr>
          <a:xfrm>
            <a:off x="668691" y="4197184"/>
            <a:ext cx="9841264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五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步：将之前的项目中的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web.xml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文件复制，粘贴到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WEB-INF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目录下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3F50B7-2076-D120-ECDC-6A88B6B712FC}"/>
              </a:ext>
            </a:extLst>
          </p:cNvPr>
          <p:cNvSpPr txBox="1"/>
          <p:nvPr/>
        </p:nvSpPr>
        <p:spPr>
          <a:xfrm>
            <a:off x="668691" y="4756394"/>
            <a:ext cx="9841264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第六步：将之前的项目中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out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目录下的文件复制到刚才创建的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classes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目录下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2D8CB6-8698-3338-B405-4EF8495298CF}"/>
              </a:ext>
            </a:extLst>
          </p:cNvPr>
          <p:cNvSpPr txBox="1"/>
          <p:nvPr/>
        </p:nvSpPr>
        <p:spPr>
          <a:xfrm>
            <a:off x="668691" y="5315604"/>
            <a:ext cx="9841264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第七步：启动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Tomcat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命令行执行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startup.sh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477828-E10D-68D4-4B6A-69BE52004BA0}"/>
              </a:ext>
            </a:extLst>
          </p:cNvPr>
          <p:cNvSpPr txBox="1"/>
          <p:nvPr/>
        </p:nvSpPr>
        <p:spPr>
          <a:xfrm>
            <a:off x="668691" y="5874814"/>
            <a:ext cx="9841264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第八步：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通过配置的请求路径调用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58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webapp</a:t>
            </a:r>
            <a:r>
              <a:rPr lang="zh-CN" altLang="en-US" dirty="0"/>
              <a:t> 标准目录结构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9EE30B-7B5B-C6BE-4826-C83395811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5" y="1482097"/>
            <a:ext cx="6410412" cy="355458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75C82C9-B693-4E75-845C-CFB2F006E16F}"/>
              </a:ext>
            </a:extLst>
          </p:cNvPr>
          <p:cNvSpPr txBox="1"/>
          <p:nvPr/>
        </p:nvSpPr>
        <p:spPr>
          <a:xfrm>
            <a:off x="668692" y="5198414"/>
            <a:ext cx="9841264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为什么我们在第一个 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项目中，没有将 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servlet-</a:t>
            </a:r>
            <a:r>
              <a:rPr lang="en-US" altLang="zh-CN" sz="2000" b="1" dirty="0" err="1">
                <a:solidFill>
                  <a:schemeClr val="bg1"/>
                </a:solidFill>
                <a:latin typeface="Helvetica Neue" panose="02000503000000020004" pitchFamily="2" charset="0"/>
              </a:rPr>
              <a:t>api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放到 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lib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目录中？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2702136-814E-0C6C-93EA-03A9F623BE57}"/>
              </a:ext>
            </a:extLst>
          </p:cNvPr>
          <p:cNvSpPr txBox="1"/>
          <p:nvPr/>
        </p:nvSpPr>
        <p:spPr>
          <a:xfrm>
            <a:off x="668692" y="5702847"/>
            <a:ext cx="9841264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Tomcat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lib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中有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servlet-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api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这个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包，可以直接使用。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80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IDEA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maven</a:t>
            </a:r>
            <a:r>
              <a:rPr lang="zh-CN" altLang="en-US" dirty="0"/>
              <a:t> 优化 </a:t>
            </a:r>
            <a:r>
              <a:rPr lang="en-US" altLang="zh-CN" dirty="0"/>
              <a:t>webapp</a:t>
            </a:r>
            <a:r>
              <a:rPr lang="zh-CN" altLang="en-US" dirty="0"/>
              <a:t> 部署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ED9ED2-D2E8-B435-C8AB-FB8CB08D13D9}"/>
              </a:ext>
            </a:extLst>
          </p:cNvPr>
          <p:cNvSpPr txBox="1"/>
          <p:nvPr/>
        </p:nvSpPr>
        <p:spPr>
          <a:xfrm>
            <a:off x="668691" y="1444042"/>
            <a:ext cx="10642775" cy="373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第一步：在项目的根目录下创建配置文件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pom.xml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第二步：右键点击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pom.xml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，将项目标记为一个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maven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项目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Recreate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）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第三步：编写 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pom.xml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第四步：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IDEA 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右侧边栏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，重新加载（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reload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）项目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五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步：打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war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包，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IDEA 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右侧边栏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Maven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-&gt; 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项目名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-&gt; Lifecycle -&gt; package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第六步：将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target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文件夹中生成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war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包复制粘贴到在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Tomcat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的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webapps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目录下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第七步：启动 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Tomcat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，命令行执行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startup.sh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第八步：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通过配置的请求路径调用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36DAEC-465E-5352-93D4-E32FD2D1E3A3}"/>
              </a:ext>
            </a:extLst>
          </p:cNvPr>
          <p:cNvSpPr txBox="1"/>
          <p:nvPr/>
        </p:nvSpPr>
        <p:spPr>
          <a:xfrm>
            <a:off x="668692" y="5303802"/>
            <a:ext cx="10642774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前 </a:t>
            </a:r>
            <a:r>
              <a:rPr lang="en-US" altLang="zh-CN" sz="18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4</a:t>
            </a:r>
            <a:r>
              <a:rPr lang="zh-CN" altLang="en-US" sz="18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步是将项目转为 </a:t>
            </a:r>
            <a:r>
              <a:rPr lang="en-US" altLang="zh-CN" sz="18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maven</a:t>
            </a:r>
            <a:r>
              <a:rPr lang="zh-CN" altLang="en-US" sz="18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项目，之后不需要重复操作。</a:t>
            </a:r>
            <a:r>
              <a:rPr lang="en-US" altLang="zh-CN" sz="18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Maven</a:t>
            </a:r>
            <a:r>
              <a:rPr lang="zh-CN" altLang="en-US" sz="18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将工程代码打包为 </a:t>
            </a:r>
            <a:r>
              <a:rPr lang="en-US" altLang="zh-CN" sz="18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war</a:t>
            </a:r>
            <a:r>
              <a:rPr lang="zh-CN" altLang="en-US" sz="18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包，直接放到</a:t>
            </a:r>
            <a:r>
              <a:rPr lang="en-US" altLang="zh-CN" sz="18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web</a:t>
            </a:r>
            <a:r>
              <a:rPr lang="zh-CN" altLang="en-US" sz="18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服务器的 </a:t>
            </a:r>
            <a:r>
              <a:rPr lang="en-US" altLang="zh-CN" sz="18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webapps</a:t>
            </a:r>
            <a:r>
              <a:rPr lang="zh-CN" altLang="en-US" sz="18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目录下即可，简化了部署流程。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77806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21337</TotalTime>
  <Words>533</Words>
  <Application>Microsoft Macintosh PowerPoint</Application>
  <PresentationFormat>宽屏</PresentationFormat>
  <Paragraphs>37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等线</vt:lpstr>
      <vt:lpstr>思源黑体</vt:lpstr>
      <vt:lpstr>Microsoft YaHei</vt:lpstr>
      <vt:lpstr>Microsoft YaHei</vt:lpstr>
      <vt:lpstr>Arial</vt:lpstr>
      <vt:lpstr>Calibri</vt:lpstr>
      <vt:lpstr>Consolas</vt:lpstr>
      <vt:lpstr>Helvetica Neue</vt:lpstr>
      <vt:lpstr>Wingdings</vt:lpstr>
      <vt:lpstr>饥人谷2020</vt:lpstr>
      <vt:lpstr>饥人谷2019浅色主题​​</vt:lpstr>
      <vt:lpstr>编写第一个Servlet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Microsoft Office User</cp:lastModifiedBy>
  <cp:revision>228</cp:revision>
  <dcterms:created xsi:type="dcterms:W3CDTF">2021-12-14T08:53:33Z</dcterms:created>
  <dcterms:modified xsi:type="dcterms:W3CDTF">2023-04-09T14:27:29Z</dcterms:modified>
</cp:coreProperties>
</file>