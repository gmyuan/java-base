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8"/>
  </p:notesMasterIdLst>
  <p:sldIdLst>
    <p:sldId id="256" r:id="rId3"/>
    <p:sldId id="458" r:id="rId4"/>
    <p:sldId id="459" r:id="rId5"/>
    <p:sldId id="414" r:id="rId6"/>
    <p:sldId id="463" r:id="rId7"/>
    <p:sldId id="464" r:id="rId8"/>
    <p:sldId id="465" r:id="rId9"/>
    <p:sldId id="466" r:id="rId10"/>
    <p:sldId id="467" r:id="rId11"/>
    <p:sldId id="460" r:id="rId12"/>
    <p:sldId id="468" r:id="rId13"/>
    <p:sldId id="469" r:id="rId14"/>
    <p:sldId id="470" r:id="rId15"/>
    <p:sldId id="471" r:id="rId16"/>
    <p:sldId id="46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8" autoAdjust="0"/>
    <p:restoredTop sz="96042"/>
  </p:normalViewPr>
  <p:slideViewPr>
    <p:cSldViewPr snapToGrid="0">
      <p:cViewPr varScale="1">
        <p:scale>
          <a:sx n="113" d="100"/>
          <a:sy n="113" d="100"/>
        </p:scale>
        <p:origin x="208" y="328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5/16/23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/>
              <a:t>2023</a:t>
            </a:r>
            <a:r>
              <a:rPr lang="zh-CN" altLang="en-US" dirty="0"/>
              <a:t>年</a:t>
            </a:r>
            <a:r>
              <a:rPr lang="en-US" altLang="zh-CN" dirty="0"/>
              <a:t>5</a:t>
            </a:r>
            <a:r>
              <a:rPr lang="zh-CN" altLang="en-US" dirty="0"/>
              <a:t>月</a:t>
            </a:r>
            <a:r>
              <a:rPr lang="en-US" altLang="zh-CN" dirty="0"/>
              <a:t>13</a:t>
            </a:r>
            <a:r>
              <a:rPr lang="zh-CN" altLang="en-US" dirty="0"/>
              <a:t>日直播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zh-CN" altLang="en-US" dirty="0"/>
              <a:t>大家学得怎么样了？</a:t>
            </a:r>
          </a:p>
        </p:txBody>
      </p:sp>
    </p:spTree>
    <p:extLst>
      <p:ext uri="{BB962C8B-B14F-4D97-AF65-F5344CB8AC3E}">
        <p14:creationId xmlns:p14="http://schemas.microsoft.com/office/powerpoint/2010/main" val="3407726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en-US" altLang="zh-CN" dirty="0"/>
              <a:t>JSON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799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什么是 </a:t>
            </a:r>
            <a:r>
              <a:rPr lang="en-US" altLang="zh-CN" dirty="0"/>
              <a:t>JSON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0" y="1496641"/>
            <a:ext cx="1116206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指的是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对象表示法（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Object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Notation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）。是一种轻量级的数据交换格式。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0" y="2139106"/>
            <a:ext cx="10586332" cy="1709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格式具有以下特点：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易读易写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格式使用文本表示，易于人类阅读和编辑（相比起来 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XML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就没那么容易看懂）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简洁明了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格式只包含必须的数据，不冗余且易于理解；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平台无关性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格式完全独立于编程语言和操作系统。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C72458-EBE7-AE88-45BA-B8D6207D77B6}"/>
              </a:ext>
            </a:extLst>
          </p:cNvPr>
          <p:cNvSpPr txBox="1"/>
          <p:nvPr/>
        </p:nvSpPr>
        <p:spPr>
          <a:xfrm>
            <a:off x="578379" y="4028066"/>
            <a:ext cx="10586332" cy="881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虽然是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语言的一个子集，但是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被广泛应用于 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前后端数据交换、数据存储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、</a:t>
            </a:r>
            <a:r>
              <a:rPr lang="en-US" altLang="zh-CN" b="1" dirty="0">
                <a:solidFill>
                  <a:schemeClr val="bg1"/>
                </a:solidFill>
              </a:rPr>
              <a:t>API</a:t>
            </a:r>
            <a:r>
              <a:rPr lang="zh-CN" altLang="en-US" b="1" dirty="0">
                <a:solidFill>
                  <a:schemeClr val="bg1"/>
                </a:solidFill>
              </a:rPr>
              <a:t>接口的传输等方面</a:t>
            </a:r>
            <a:r>
              <a:rPr lang="zh-CN" altLang="en-US" b="1" dirty="0">
                <a:solidFill>
                  <a:srgbClr val="FFE79A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6492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JSON</a:t>
            </a:r>
            <a:r>
              <a:rPr lang="zh-CN" altLang="en-US" dirty="0"/>
              <a:t> 的格式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0B579AB-A614-6018-D9E4-7FEBC810BFBB}"/>
              </a:ext>
            </a:extLst>
          </p:cNvPr>
          <p:cNvSpPr txBox="1"/>
          <p:nvPr/>
        </p:nvSpPr>
        <p:spPr>
          <a:xfrm>
            <a:off x="668690" y="1317380"/>
            <a:ext cx="11162066" cy="463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JSON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的格式由两种结构组成：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键值对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和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数据集合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0" y="1804271"/>
            <a:ext cx="10586332" cy="171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键值对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键值对用于表示一组数据，每个键值对包含一个键和一个值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中间用冒号（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: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）分隔，键和值用逗号（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,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）分隔。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键是一个字符串（必须加引号），值可以是数字、字符串、布尔值、数组或对象（嵌套）等。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20E3ED-F90E-6A33-7AEA-531222648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11" y="3759200"/>
            <a:ext cx="2424168" cy="27093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769273F-FF72-3641-733F-FF723C96E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5311" y="4059782"/>
            <a:ext cx="2997200" cy="2108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70FB77-D214-71AA-FB0F-1916CF428C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145" y="3854322"/>
            <a:ext cx="2997200" cy="251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79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JSON</a:t>
            </a:r>
            <a:r>
              <a:rPr lang="zh-CN" altLang="en-US" dirty="0"/>
              <a:t> 的格式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2" y="1317380"/>
            <a:ext cx="10586332" cy="171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数据集合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数据集合用于表示一组有序数据，由一对方括号（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[]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）表示。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每个数据之间用逗号（</a:t>
            </a:r>
            <a:r>
              <a:rPr lang="en-US" altLang="zh-CN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,</a:t>
            </a: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）分隔。</a:t>
            </a:r>
            <a:endParaRPr lang="en-US" altLang="zh-CN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数据可以是任意类型的值，包括数字、字符串、布尔值、数组或对象等。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35408B-E247-06A2-BB2F-22F6F7AC0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429000"/>
            <a:ext cx="2678289" cy="271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85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JSON</a:t>
            </a:r>
            <a:r>
              <a:rPr lang="zh-CN" altLang="en-US" dirty="0"/>
              <a:t> 与 </a:t>
            </a:r>
            <a:r>
              <a:rPr lang="en-US" altLang="zh-CN" dirty="0"/>
              <a:t>XML</a:t>
            </a:r>
            <a:r>
              <a:rPr lang="zh-CN" altLang="en-US" dirty="0"/>
              <a:t> 的对比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2" y="1317380"/>
            <a:ext cx="10586332" cy="4205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数据格式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数据格式：只包含必要的数据和信息，结构简洁，易于阅读和理解，采用键值对和数据集合（数组）表示数据。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数据格式：除了数据本身以外，还包含描述数据的标签，结构相对复杂，需要更多的标记和约束条件，采用标记语言表示数据。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数据传输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数据传输：相较于 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数据，较为轻量，占用较小的带宽空间，速度更快，适合于网络传输。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数据传输：相较于 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数据，由于其结构更为复杂，需要更多的带宽空间，速度更慢，但是适合于数据的存储和数据的处理。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459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JSON</a:t>
            </a:r>
            <a:r>
              <a:rPr lang="zh-CN" altLang="en-US" dirty="0"/>
              <a:t> 与 </a:t>
            </a:r>
            <a:r>
              <a:rPr lang="en-US" altLang="zh-CN" dirty="0"/>
              <a:t>XML</a:t>
            </a:r>
            <a:r>
              <a:rPr lang="zh-CN" altLang="en-US" dirty="0"/>
              <a:t> 的对比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2" y="1317380"/>
            <a:ext cx="10586332" cy="378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数据解析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数据解析：由于其轻量级的特性，在大多数编程语言中都有方便的解析器，可以迅速地将 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数据转化为对象。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数据解析：由于其结构相对复杂，在解析上较为耗费时间和资源，需要更多的算力和存储空间。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数据可读性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数据可读性：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数据的结构相对于 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更加清晰和直观，更加具有可读性和可理解性，学习成本较小。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数据可读性：由于 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XML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数据较为冗长，需要更多的标记和约束，相较于 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 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数据来说，更加复杂和难以理解。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9AE9E9-B583-A112-D058-2C72F72543CB}"/>
              </a:ext>
            </a:extLst>
          </p:cNvPr>
          <p:cNvSpPr txBox="1"/>
          <p:nvPr/>
        </p:nvSpPr>
        <p:spPr>
          <a:xfrm>
            <a:off x="668692" y="5228743"/>
            <a:ext cx="10292819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相较 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XML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，JSON 格式是一个更加轻量级、更加简洁、更加高效的数据交换格式。但在某些场景下，使用</a:t>
            </a:r>
            <a:r>
              <a:rPr lang="en-US" altLang="zh-CN" b="1" dirty="0">
                <a:solidFill>
                  <a:schemeClr val="bg1"/>
                </a:solidFill>
                <a:latin typeface="Helvetica Neue" panose="02000503000000020004" pitchFamily="2" charset="0"/>
              </a:rPr>
              <a:t>XML</a:t>
            </a: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更合适，例如需要区分数据与元数据的时候。</a:t>
            </a:r>
          </a:p>
        </p:txBody>
      </p:sp>
    </p:spTree>
    <p:extLst>
      <p:ext uri="{BB962C8B-B14F-4D97-AF65-F5344CB8AC3E}">
        <p14:creationId xmlns:p14="http://schemas.microsoft.com/office/powerpoint/2010/main" val="79225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前后端交互中使用 </a:t>
            </a:r>
            <a:r>
              <a:rPr lang="en-US" altLang="zh-CN" dirty="0"/>
              <a:t>JSON</a:t>
            </a:r>
            <a:r>
              <a:rPr lang="zh-CN" altLang="en-US" dirty="0"/>
              <a:t> 格式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2" y="1438952"/>
            <a:ext cx="10586332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POST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请求的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body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格式。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响应数据使用 </a:t>
            </a:r>
            <a:r>
              <a:rPr lang="en-US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JSON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 格式。</a:t>
            </a:r>
          </a:p>
        </p:txBody>
      </p:sp>
    </p:spTree>
    <p:extLst>
      <p:ext uri="{BB962C8B-B14F-4D97-AF65-F5344CB8AC3E}">
        <p14:creationId xmlns:p14="http://schemas.microsoft.com/office/powerpoint/2010/main" val="204632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zh-CN" altLang="en-US" dirty="0"/>
              <a:t>前后端分离</a:t>
            </a:r>
          </a:p>
        </p:txBody>
      </p:sp>
    </p:spTree>
    <p:extLst>
      <p:ext uri="{BB962C8B-B14F-4D97-AF65-F5344CB8AC3E}">
        <p14:creationId xmlns:p14="http://schemas.microsoft.com/office/powerpoint/2010/main" val="150717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前后端分离是什么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2" y="1438952"/>
            <a:ext cx="10586332" cy="129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前后端分离是一种将前端与后端进行松耦合结合的架构方式，主要思想是将前端与后端业务逻辑分离，使得每个部分可以独立发展和部署。在前后端分离架构中，前端应用通过提供接口和后端进行数据交互和处理，从而实现数据的呈现和前后端的交互。</a:t>
            </a:r>
          </a:p>
        </p:txBody>
      </p:sp>
    </p:spTree>
    <p:extLst>
      <p:ext uri="{BB962C8B-B14F-4D97-AF65-F5344CB8AC3E}">
        <p14:creationId xmlns:p14="http://schemas.microsoft.com/office/powerpoint/2010/main" val="331293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前后端分离之前的开发模式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48C936-BA12-7983-A8C8-61CA17B07B95}"/>
              </a:ext>
            </a:extLst>
          </p:cNvPr>
          <p:cNvSpPr txBox="1"/>
          <p:nvPr/>
        </p:nvSpPr>
        <p:spPr>
          <a:xfrm>
            <a:off x="668692" y="1438952"/>
            <a:ext cx="10586332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前后端整个应用都是一个整体，代码耦合度较高，前端和后端代码交互较为混杂。前端没有项目化、工程化，前端代码的复用性极差。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813FBD2-BBFC-5024-595A-76D11D05D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92" y="3164881"/>
            <a:ext cx="10144850" cy="160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908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前后端分离之后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6B9932-1C48-D2CA-076B-685A5DADEE5E}"/>
              </a:ext>
            </a:extLst>
          </p:cNvPr>
          <p:cNvSpPr txBox="1"/>
          <p:nvPr/>
        </p:nvSpPr>
        <p:spPr>
          <a:xfrm>
            <a:off x="668692" y="1438952"/>
            <a:ext cx="10586332" cy="878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打开一个新页面时，浏览器先请求前端服务，获取静态资源（包括前端代码）。</a:t>
            </a:r>
            <a:endParaRPr lang="en-US" altLang="zh-CN" b="1" dirty="0">
              <a:solidFill>
                <a:srgbClr val="FFE79A"/>
              </a:solidFill>
              <a:latin typeface="Helvetica Neue" panose="02000503000000020004" pitchFamily="2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浏览器再根据前端代码中对应的路径去请求后端服务，根据后端返回的数据更新页面数据。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83916CD-9121-D57F-678C-8B256075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69" y="2649293"/>
            <a:ext cx="9434864" cy="364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9936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668692" y="560250"/>
            <a:ext cx="10405707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AJAX</a:t>
            </a:r>
            <a:r>
              <a:rPr lang="zh-CN" altLang="en-US" dirty="0"/>
              <a:t>请求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1A8B89B-0D1A-8FD7-1853-323FE1FEF5D7}"/>
              </a:ext>
            </a:extLst>
          </p:cNvPr>
          <p:cNvSpPr txBox="1"/>
          <p:nvPr/>
        </p:nvSpPr>
        <p:spPr>
          <a:xfrm>
            <a:off x="668692" y="1438952"/>
            <a:ext cx="11037886" cy="503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" b="1" dirty="0">
                <a:solidFill>
                  <a:srgbClr val="FFE79A"/>
                </a:solidFill>
                <a:latin typeface="Helvetica Neue" panose="02000503000000020004" pitchFamily="2" charset="0"/>
              </a:rPr>
              <a:t>（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Asynchronous JavaScript and XML</a:t>
            </a:r>
            <a:r>
              <a:rPr lang="zh-CN" altLang="en" b="1" dirty="0">
                <a:solidFill>
                  <a:srgbClr val="FFE79A"/>
                </a:solidFill>
                <a:latin typeface="Helvetica Neue" panose="02000503000000020004" pitchFamily="2" charset="0"/>
              </a:rPr>
              <a:t>）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是一种异步通信的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开发技术。它不需要重新加载整个页面，而是可以通过</a:t>
            </a:r>
            <a:r>
              <a:rPr lang="en" altLang="zh-CN" b="1" dirty="0" err="1">
                <a:solidFill>
                  <a:srgbClr val="FFE79A"/>
                </a:solidFill>
                <a:latin typeface="Helvetica Neue" panose="02000503000000020004" pitchFamily="2" charset="0"/>
              </a:rPr>
              <a:t>XMLHttpRequest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对象向服务器请求数据，并使用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JavaScript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进行数据处理和局部页面更新。通过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技术，可以在不影响页面视觉效果的情况下更新数据，从而提高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应用程序的性能和用户体验。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可以用于实现以下功能：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实现动态网页内容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：在不刷新整个页面的情况下，加载新的数据或更新现有的数据。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用户操作的实时反馈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：例如，通过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" b="1" dirty="0">
                <a:solidFill>
                  <a:srgbClr val="FFE79A"/>
                </a:solidFill>
                <a:latin typeface="Helvetica Neue" panose="02000503000000020004" pitchFamily="2" charset="0"/>
              </a:rPr>
              <a:t>，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可以实时更新表单验证错误，而不需要用户重新提交表单。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加载部分页面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：通过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可以异步动态加载整个页面或页面的一部分，从而缩短页面加载时间，提高用户体验。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和服务器进行实时通信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可以实现双向通信，从而及时接收来自服务器的通知和数据。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zh-CN" altLang="en-US" b="1" dirty="0">
                <a:solidFill>
                  <a:schemeClr val="bg1"/>
                </a:solidFill>
                <a:latin typeface="Helvetica Neue" panose="02000503000000020004" pitchFamily="2" charset="0"/>
              </a:rPr>
              <a:t>实现自动完成和实时搜索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：例如，当用户输入关键字时，可以通过</a:t>
            </a:r>
            <a:r>
              <a:rPr lang="en" altLang="zh-CN" b="1" dirty="0">
                <a:solidFill>
                  <a:srgbClr val="FFE79A"/>
                </a:solidFill>
                <a:latin typeface="Helvetica Neue" panose="02000503000000020004" pitchFamily="2" charset="0"/>
              </a:rPr>
              <a:t>AJAX</a:t>
            </a:r>
            <a:r>
              <a:rPr lang="zh-CN" altLang="en-US" b="1" dirty="0">
                <a:solidFill>
                  <a:srgbClr val="FFE79A"/>
                </a:solidFill>
                <a:latin typeface="Helvetica Neue" panose="02000503000000020004" pitchFamily="2" charset="0"/>
              </a:rPr>
              <a:t>从服务器获取和显示搜索建议。 等等。</a:t>
            </a:r>
          </a:p>
        </p:txBody>
      </p:sp>
    </p:spTree>
    <p:extLst>
      <p:ext uri="{BB962C8B-B14F-4D97-AF65-F5344CB8AC3E}">
        <p14:creationId xmlns:p14="http://schemas.microsoft.com/office/powerpoint/2010/main" val="2071973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92940"/>
            <a:ext cx="10515600" cy="757130"/>
          </a:xfrm>
        </p:spPr>
        <p:txBody>
          <a:bodyPr/>
          <a:lstStyle/>
          <a:p>
            <a:r>
              <a:rPr lang="zh-CN" altLang="en-US" dirty="0"/>
              <a:t>有了</a:t>
            </a:r>
            <a:r>
              <a:rPr lang="en-US" altLang="zh-CN" dirty="0" err="1"/>
              <a:t>chatGPT</a:t>
            </a:r>
            <a:r>
              <a:rPr lang="zh-CN" altLang="en-US" dirty="0"/>
              <a:t>我们还要不要学编程？</a:t>
            </a:r>
          </a:p>
        </p:txBody>
      </p:sp>
    </p:spTree>
    <p:extLst>
      <p:ext uri="{BB962C8B-B14F-4D97-AF65-F5344CB8AC3E}">
        <p14:creationId xmlns:p14="http://schemas.microsoft.com/office/powerpoint/2010/main" val="1156072746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46576</TotalTime>
  <Words>1016</Words>
  <Application>Microsoft Macintosh PowerPoint</Application>
  <PresentationFormat>宽屏</PresentationFormat>
  <Paragraphs>57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2023年5月13日直播</vt:lpstr>
      <vt:lpstr>大家学得怎么样了？</vt:lpstr>
      <vt:lpstr>JSON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前后端分离</vt:lpstr>
      <vt:lpstr>PowerPoint 演示文稿</vt:lpstr>
      <vt:lpstr>PowerPoint 演示文稿</vt:lpstr>
      <vt:lpstr>PowerPoint 演示文稿</vt:lpstr>
      <vt:lpstr>PowerPoint 演示文稿</vt:lpstr>
      <vt:lpstr>有了chatGPT我们还要不要学编程？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vincent</cp:lastModifiedBy>
  <cp:revision>539</cp:revision>
  <dcterms:created xsi:type="dcterms:W3CDTF">2021-12-14T08:53:33Z</dcterms:created>
  <dcterms:modified xsi:type="dcterms:W3CDTF">2023-05-15T16:18:10Z</dcterms:modified>
</cp:coreProperties>
</file>