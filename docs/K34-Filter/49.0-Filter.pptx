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2"/>
  </p:notesMasterIdLst>
  <p:sldIdLst>
    <p:sldId id="256" r:id="rId3"/>
    <p:sldId id="331" r:id="rId4"/>
    <p:sldId id="414" r:id="rId5"/>
    <p:sldId id="440" r:id="rId6"/>
    <p:sldId id="458" r:id="rId7"/>
    <p:sldId id="459" r:id="rId8"/>
    <p:sldId id="460" r:id="rId9"/>
    <p:sldId id="462" r:id="rId10"/>
    <p:sldId id="4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84" autoAdjust="0"/>
    <p:restoredTop sz="95967"/>
  </p:normalViewPr>
  <p:slideViewPr>
    <p:cSldViewPr snapToGrid="0">
      <p:cViewPr varScale="1">
        <p:scale>
          <a:sx n="113" d="100"/>
          <a:sy n="113" d="100"/>
        </p:scale>
        <p:origin x="208" y="328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5/17/23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/>
              <a:t>Filter-</a:t>
            </a:r>
            <a:r>
              <a:rPr lang="zh-CN" altLang="en-US" dirty="0"/>
              <a:t>过滤器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34749" y="1278854"/>
            <a:ext cx="7140473" cy="2812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什么是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？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的生命周期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配置多个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Filter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拦截同一个请求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实现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FilterChain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改造我们的项目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6F9A4111-8F82-E996-819E-A5A7D2F1917E}"/>
              </a:ext>
            </a:extLst>
          </p:cNvPr>
          <p:cNvSpPr/>
          <p:nvPr/>
        </p:nvSpPr>
        <p:spPr>
          <a:xfrm>
            <a:off x="996341" y="2570893"/>
            <a:ext cx="4256485" cy="3959637"/>
          </a:xfrm>
          <a:prstGeom prst="rect">
            <a:avLst/>
          </a:prstGeom>
          <a:noFill/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什么是</a:t>
            </a:r>
            <a:r>
              <a:rPr lang="en-US" altLang="zh-CN" dirty="0"/>
              <a:t>Filter</a:t>
            </a:r>
            <a:r>
              <a:rPr lang="zh-CN" altLang="en-US" dirty="0"/>
              <a:t>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401596"/>
            <a:ext cx="10721798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，过滤器，是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规范中一种非常重要的组件，用于在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应用程序中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拦截请求和响应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，以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实现一些通用的处理逻辑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A84E54-AA96-ABAB-3C02-4734C1F43360}"/>
              </a:ext>
            </a:extLst>
          </p:cNvPr>
          <p:cNvSpPr/>
          <p:nvPr/>
        </p:nvSpPr>
        <p:spPr>
          <a:xfrm>
            <a:off x="1391247" y="3006312"/>
            <a:ext cx="3409244" cy="1570125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C8F38-7369-5FA8-6766-8ACE257BBA28}"/>
              </a:ext>
            </a:extLst>
          </p:cNvPr>
          <p:cNvSpPr/>
          <p:nvPr/>
        </p:nvSpPr>
        <p:spPr>
          <a:xfrm>
            <a:off x="1729915" y="3391031"/>
            <a:ext cx="1021643" cy="87870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用户登录验证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47CD59-9BD9-2294-2A64-04C979A46A7B}"/>
              </a:ext>
            </a:extLst>
          </p:cNvPr>
          <p:cNvSpPr/>
          <p:nvPr/>
        </p:nvSpPr>
        <p:spPr>
          <a:xfrm>
            <a:off x="2966048" y="3391031"/>
            <a:ext cx="1676399" cy="878703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业务逻辑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F664CC-EB32-18B4-F40E-4DB4527B3B1F}"/>
              </a:ext>
            </a:extLst>
          </p:cNvPr>
          <p:cNvSpPr/>
          <p:nvPr/>
        </p:nvSpPr>
        <p:spPr>
          <a:xfrm>
            <a:off x="1391247" y="4743914"/>
            <a:ext cx="3409244" cy="1570125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8C1BC2-2EF4-7FA5-6A86-45C376995B87}"/>
              </a:ext>
            </a:extLst>
          </p:cNvPr>
          <p:cNvSpPr/>
          <p:nvPr/>
        </p:nvSpPr>
        <p:spPr>
          <a:xfrm>
            <a:off x="1729915" y="5128633"/>
            <a:ext cx="1021643" cy="87870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用户登录验证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A01F0A-E526-4551-C311-3C15FCD0DB2A}"/>
              </a:ext>
            </a:extLst>
          </p:cNvPr>
          <p:cNvSpPr/>
          <p:nvPr/>
        </p:nvSpPr>
        <p:spPr>
          <a:xfrm>
            <a:off x="2966048" y="5128633"/>
            <a:ext cx="1676399" cy="878703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业务逻辑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E645D3-094A-3127-F602-2B240BE692DB}"/>
              </a:ext>
            </a:extLst>
          </p:cNvPr>
          <p:cNvSpPr txBox="1"/>
          <p:nvPr/>
        </p:nvSpPr>
        <p:spPr>
          <a:xfrm>
            <a:off x="2301390" y="3006312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1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3853CB-97DE-6370-777D-CB5A2C7266CE}"/>
              </a:ext>
            </a:extLst>
          </p:cNvPr>
          <p:cNvSpPr txBox="1"/>
          <p:nvPr/>
        </p:nvSpPr>
        <p:spPr>
          <a:xfrm>
            <a:off x="2295769" y="4724486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2</a:t>
            </a:r>
            <a:endParaRPr lang="zh-CN" altLang="en-US" dirty="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F052ACE5-2AB1-1E58-D759-93DD81DF639D}"/>
              </a:ext>
            </a:extLst>
          </p:cNvPr>
          <p:cNvCxnSpPr>
            <a:cxnSpLocks/>
          </p:cNvCxnSpPr>
          <p:nvPr/>
        </p:nvCxnSpPr>
        <p:spPr>
          <a:xfrm>
            <a:off x="693982" y="3460597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EE8AEF1-58C9-6EF1-75AA-F7042AA4477F}"/>
              </a:ext>
            </a:extLst>
          </p:cNvPr>
          <p:cNvCxnSpPr>
            <a:cxnSpLocks/>
          </p:cNvCxnSpPr>
          <p:nvPr/>
        </p:nvCxnSpPr>
        <p:spPr>
          <a:xfrm flipH="1">
            <a:off x="693981" y="3996988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397A329-8257-2305-E306-B55861719967}"/>
              </a:ext>
            </a:extLst>
          </p:cNvPr>
          <p:cNvSpPr txBox="1"/>
          <p:nvPr/>
        </p:nvSpPr>
        <p:spPr>
          <a:xfrm>
            <a:off x="366562" y="3058559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C1DF896-5EB4-B849-6986-C92C01919BAF}"/>
              </a:ext>
            </a:extLst>
          </p:cNvPr>
          <p:cNvSpPr txBox="1"/>
          <p:nvPr/>
        </p:nvSpPr>
        <p:spPr>
          <a:xfrm>
            <a:off x="366562" y="3598040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响应</a:t>
            </a:r>
            <a:endParaRPr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23452AA-AEB4-E91E-E60B-A481F5CE4CA4}"/>
              </a:ext>
            </a:extLst>
          </p:cNvPr>
          <p:cNvCxnSpPr>
            <a:cxnSpLocks/>
          </p:cNvCxnSpPr>
          <p:nvPr/>
        </p:nvCxnSpPr>
        <p:spPr>
          <a:xfrm>
            <a:off x="693982" y="5308386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F9116488-ECF0-BE81-5628-F8909486FCFD}"/>
              </a:ext>
            </a:extLst>
          </p:cNvPr>
          <p:cNvCxnSpPr>
            <a:cxnSpLocks/>
          </p:cNvCxnSpPr>
          <p:nvPr/>
        </p:nvCxnSpPr>
        <p:spPr>
          <a:xfrm flipH="1">
            <a:off x="693981" y="5844777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C9E24C04-88E9-BFCD-0921-DA202DFFBD66}"/>
              </a:ext>
            </a:extLst>
          </p:cNvPr>
          <p:cNvSpPr txBox="1"/>
          <p:nvPr/>
        </p:nvSpPr>
        <p:spPr>
          <a:xfrm>
            <a:off x="358514" y="4906347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3DD60F9-AC98-96CF-B71F-4719C6DE60F0}"/>
              </a:ext>
            </a:extLst>
          </p:cNvPr>
          <p:cNvSpPr txBox="1"/>
          <p:nvPr/>
        </p:nvSpPr>
        <p:spPr>
          <a:xfrm>
            <a:off x="338264" y="5445828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响应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57BEE60-7A50-39FE-A0E2-245BFCA848F9}"/>
              </a:ext>
            </a:extLst>
          </p:cNvPr>
          <p:cNvSpPr txBox="1"/>
          <p:nvPr/>
        </p:nvSpPr>
        <p:spPr>
          <a:xfrm>
            <a:off x="1037900" y="2587527"/>
            <a:ext cx="1616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应用程序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A52126-F02A-74DA-53B5-0C4376563E51}"/>
              </a:ext>
            </a:extLst>
          </p:cNvPr>
          <p:cNvSpPr/>
          <p:nvPr/>
        </p:nvSpPr>
        <p:spPr>
          <a:xfrm>
            <a:off x="7903733" y="2571238"/>
            <a:ext cx="3596009" cy="3959637"/>
          </a:xfrm>
          <a:prstGeom prst="rect">
            <a:avLst/>
          </a:prstGeom>
          <a:noFill/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0BBC306-9BE0-4AA9-1C65-AD7B851D679D}"/>
              </a:ext>
            </a:extLst>
          </p:cNvPr>
          <p:cNvSpPr/>
          <p:nvPr/>
        </p:nvSpPr>
        <p:spPr>
          <a:xfrm>
            <a:off x="9653971" y="3006657"/>
            <a:ext cx="1600206" cy="1570125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9A04D43-5DDF-4FED-C2F7-DC21F49313D7}"/>
              </a:ext>
            </a:extLst>
          </p:cNvPr>
          <p:cNvSpPr/>
          <p:nvPr/>
        </p:nvSpPr>
        <p:spPr>
          <a:xfrm>
            <a:off x="9794929" y="3391376"/>
            <a:ext cx="1301205" cy="878703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业务逻辑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46FA068-E9DE-38A2-303C-BC4B5A52ACBF}"/>
              </a:ext>
            </a:extLst>
          </p:cNvPr>
          <p:cNvSpPr/>
          <p:nvPr/>
        </p:nvSpPr>
        <p:spPr>
          <a:xfrm>
            <a:off x="8271630" y="3025059"/>
            <a:ext cx="1021643" cy="333954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用户登录验证</a:t>
            </a:r>
            <a:endParaRPr kumimoji="1" lang="en-US" altLang="zh-CN" b="1" dirty="0"/>
          </a:p>
          <a:p>
            <a:pPr algn="ctr"/>
            <a:r>
              <a:rPr kumimoji="1" lang="en-US" altLang="zh-CN" b="1" dirty="0"/>
              <a:t>Filter</a:t>
            </a:r>
            <a:endParaRPr kumimoji="1" lang="zh-CN" altLang="en-US" b="1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64D3C3C-7E6B-3F4F-CA17-2C6FB3C98068}"/>
              </a:ext>
            </a:extLst>
          </p:cNvPr>
          <p:cNvSpPr txBox="1"/>
          <p:nvPr/>
        </p:nvSpPr>
        <p:spPr>
          <a:xfrm>
            <a:off x="9645431" y="3006657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1</a:t>
            </a:r>
            <a:endParaRPr lang="zh-CN" altLang="en-US" dirty="0"/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B4381C18-9964-3382-3921-AD633B2E1493}"/>
              </a:ext>
            </a:extLst>
          </p:cNvPr>
          <p:cNvCxnSpPr>
            <a:cxnSpLocks/>
          </p:cNvCxnSpPr>
          <p:nvPr/>
        </p:nvCxnSpPr>
        <p:spPr>
          <a:xfrm>
            <a:off x="7574365" y="3571802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0EA06E6-963B-2E1E-4033-F9D4C548822E}"/>
              </a:ext>
            </a:extLst>
          </p:cNvPr>
          <p:cNvCxnSpPr>
            <a:cxnSpLocks/>
          </p:cNvCxnSpPr>
          <p:nvPr/>
        </p:nvCxnSpPr>
        <p:spPr>
          <a:xfrm flipH="1">
            <a:off x="7574365" y="4106963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3CB3B69E-79FA-B3C6-C646-FFB75A29F34F}"/>
              </a:ext>
            </a:extLst>
          </p:cNvPr>
          <p:cNvSpPr txBox="1"/>
          <p:nvPr/>
        </p:nvSpPr>
        <p:spPr>
          <a:xfrm>
            <a:off x="7293354" y="3217966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56CFD3D-3558-D936-B1DE-D9255F1AEA6C}"/>
              </a:ext>
            </a:extLst>
          </p:cNvPr>
          <p:cNvSpPr txBox="1"/>
          <p:nvPr/>
        </p:nvSpPr>
        <p:spPr>
          <a:xfrm>
            <a:off x="7272723" y="3767698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响应</a:t>
            </a:r>
            <a:endParaRPr lang="zh-CN" altLang="en-US" dirty="0"/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DBADDFCF-C20D-BED3-C1AC-1791A549CE92}"/>
              </a:ext>
            </a:extLst>
          </p:cNvPr>
          <p:cNvCxnSpPr>
            <a:cxnSpLocks/>
          </p:cNvCxnSpPr>
          <p:nvPr/>
        </p:nvCxnSpPr>
        <p:spPr>
          <a:xfrm>
            <a:off x="7555100" y="5308731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4DB0CF0D-3741-5ECB-E951-A0882A142D6D}"/>
              </a:ext>
            </a:extLst>
          </p:cNvPr>
          <p:cNvCxnSpPr>
            <a:cxnSpLocks/>
          </p:cNvCxnSpPr>
          <p:nvPr/>
        </p:nvCxnSpPr>
        <p:spPr>
          <a:xfrm flipH="1">
            <a:off x="7555100" y="5845122"/>
            <a:ext cx="6972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2D8FA8BB-B9FD-1C15-CE3F-598BAC92CE45}"/>
              </a:ext>
            </a:extLst>
          </p:cNvPr>
          <p:cNvSpPr txBox="1"/>
          <p:nvPr/>
        </p:nvSpPr>
        <p:spPr>
          <a:xfrm>
            <a:off x="7283878" y="4953860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请求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04CB322-0F63-3AF9-1312-3F96202F41FD}"/>
              </a:ext>
            </a:extLst>
          </p:cNvPr>
          <p:cNvSpPr txBox="1"/>
          <p:nvPr/>
        </p:nvSpPr>
        <p:spPr>
          <a:xfrm>
            <a:off x="7272722" y="5493397"/>
            <a:ext cx="747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响应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109BD62-1432-FBD3-7DD4-901E7E7FE4E9}"/>
              </a:ext>
            </a:extLst>
          </p:cNvPr>
          <p:cNvSpPr txBox="1"/>
          <p:nvPr/>
        </p:nvSpPr>
        <p:spPr>
          <a:xfrm>
            <a:off x="8015427" y="2587527"/>
            <a:ext cx="1616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应用程序</a:t>
            </a:r>
            <a:endParaRPr lang="zh-CN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5988E9E-634A-1FE4-68FB-7F591E9D36B5}"/>
              </a:ext>
            </a:extLst>
          </p:cNvPr>
          <p:cNvSpPr/>
          <p:nvPr/>
        </p:nvSpPr>
        <p:spPr>
          <a:xfrm>
            <a:off x="9686971" y="4776084"/>
            <a:ext cx="1600206" cy="1570125"/>
          </a:xfrm>
          <a:prstGeom prst="rect">
            <a:avLst/>
          </a:prstGeom>
          <a:solidFill>
            <a:srgbClr val="FFE7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D339CA5-CD82-D1B1-B093-B15AC9144ED9}"/>
              </a:ext>
            </a:extLst>
          </p:cNvPr>
          <p:cNvSpPr/>
          <p:nvPr/>
        </p:nvSpPr>
        <p:spPr>
          <a:xfrm>
            <a:off x="9827929" y="5160803"/>
            <a:ext cx="1301205" cy="878703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业务逻辑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E31DD22-0D4C-5EE5-742B-318D347E16C8}"/>
              </a:ext>
            </a:extLst>
          </p:cNvPr>
          <p:cNvSpPr txBox="1"/>
          <p:nvPr/>
        </p:nvSpPr>
        <p:spPr>
          <a:xfrm>
            <a:off x="9678078" y="4769194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latin typeface="Helvetica Neue" panose="02000503000000020004" pitchFamily="2" charset="0"/>
              </a:rPr>
              <a:t>2</a:t>
            </a:r>
            <a:endParaRPr lang="zh-CN" altLang="en-US" dirty="0"/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883F8F2A-1206-CAAF-76CC-4B0C19BBA5E6}"/>
              </a:ext>
            </a:extLst>
          </p:cNvPr>
          <p:cNvCxnSpPr>
            <a:cxnSpLocks/>
          </p:cNvCxnSpPr>
          <p:nvPr/>
        </p:nvCxnSpPr>
        <p:spPr>
          <a:xfrm>
            <a:off x="9293272" y="3571802"/>
            <a:ext cx="36069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7E83AAA5-A038-3F37-64C2-F803B78556F0}"/>
              </a:ext>
            </a:extLst>
          </p:cNvPr>
          <p:cNvCxnSpPr>
            <a:cxnSpLocks/>
          </p:cNvCxnSpPr>
          <p:nvPr/>
        </p:nvCxnSpPr>
        <p:spPr>
          <a:xfrm flipH="1">
            <a:off x="9293271" y="4108193"/>
            <a:ext cx="3521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987FC8D3-5CF4-1B7C-CD40-C812E3597CFF}"/>
              </a:ext>
            </a:extLst>
          </p:cNvPr>
          <p:cNvCxnSpPr>
            <a:cxnSpLocks/>
          </p:cNvCxnSpPr>
          <p:nvPr/>
        </p:nvCxnSpPr>
        <p:spPr>
          <a:xfrm>
            <a:off x="9293272" y="5308731"/>
            <a:ext cx="36069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A6C47C0-1CB0-9721-5C3F-C51137EC0FE0}"/>
              </a:ext>
            </a:extLst>
          </p:cNvPr>
          <p:cNvCxnSpPr>
            <a:cxnSpLocks/>
          </p:cNvCxnSpPr>
          <p:nvPr/>
        </p:nvCxnSpPr>
        <p:spPr>
          <a:xfrm flipH="1">
            <a:off x="9293271" y="5845122"/>
            <a:ext cx="3521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右箭头 71">
            <a:extLst>
              <a:ext uri="{FF2B5EF4-FFF2-40B4-BE49-F238E27FC236}">
                <a16:creationId xmlns:a16="http://schemas.microsoft.com/office/drawing/2014/main" id="{29827EF7-3B7B-403E-EC24-9E508A72F52D}"/>
              </a:ext>
            </a:extLst>
          </p:cNvPr>
          <p:cNvSpPr/>
          <p:nvPr/>
        </p:nvSpPr>
        <p:spPr>
          <a:xfrm>
            <a:off x="5910903" y="4253535"/>
            <a:ext cx="759417" cy="6458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4059960-1C8A-5EC8-42A1-C776DD86CE89}"/>
              </a:ext>
            </a:extLst>
          </p:cNvPr>
          <p:cNvSpPr txBox="1"/>
          <p:nvPr/>
        </p:nvSpPr>
        <p:spPr>
          <a:xfrm>
            <a:off x="5377687" y="3290617"/>
            <a:ext cx="1616837" cy="88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抽取通用逻辑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用户登录验证</a:t>
            </a:r>
            <a:endParaRPr lang="zh-CN" altLang="en-US" dirty="0">
              <a:solidFill>
                <a:srgbClr val="FFE7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使用 </a:t>
            </a:r>
            <a:r>
              <a:rPr lang="en-US" altLang="zh-CN" dirty="0"/>
              <a:t>Filter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96402"/>
            <a:ext cx="10699220" cy="337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第一步：创建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类，实现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接口或继承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HttpFilter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（推荐）。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第二步：重写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第三步：在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中配置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9F333F-D1B0-B179-37DE-6EAEC8B3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4847116"/>
            <a:ext cx="5190241" cy="17182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341C5B-803B-634C-9789-4704E19B0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2443658"/>
            <a:ext cx="10509430" cy="17182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B085D7-1001-F2A6-1740-4D44A201C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92" y="4563743"/>
            <a:ext cx="4122030" cy="200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4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Filter</a:t>
            </a:r>
            <a:r>
              <a:rPr lang="zh-CN" altLang="en-US" dirty="0"/>
              <a:t> 的生命周期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96402"/>
            <a:ext cx="10699220" cy="309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由谁创建？生命周期由谁管理？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跟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一样，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由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容器创建，生命周期由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容器管理。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的生命周期分哪几步？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实例化。跟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一样，由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容器利用反射机制调用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的无参构造函数完成实例化。不同于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的点是，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默认在第一次访问时才实例化，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容器启动时实例化。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初始化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。实例化完成后，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容器调用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方法执行初始化。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过滤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doFilter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。每次路径匹配的请求到来时，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容器调用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方法拦截请求。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销毁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(destroy)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容器关闭前，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Web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容器调用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方法执行销毁前处理。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EF3572-AD70-5749-A209-434878C205BD}"/>
              </a:ext>
            </a:extLst>
          </p:cNvPr>
          <p:cNvSpPr/>
          <p:nvPr/>
        </p:nvSpPr>
        <p:spPr>
          <a:xfrm>
            <a:off x="2060222" y="4922062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/>
              <a:t>实例化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F86B63-9131-7842-AB6A-3F3565B15195}"/>
              </a:ext>
            </a:extLst>
          </p:cNvPr>
          <p:cNvSpPr/>
          <p:nvPr/>
        </p:nvSpPr>
        <p:spPr>
          <a:xfrm>
            <a:off x="3768290" y="4922061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/>
              <a:t>init</a:t>
            </a:r>
            <a:endParaRPr kumimoji="1"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FC7ADF-37E4-D948-86CA-754A22E36FBF}"/>
              </a:ext>
            </a:extLst>
          </p:cNvPr>
          <p:cNvSpPr/>
          <p:nvPr/>
        </p:nvSpPr>
        <p:spPr>
          <a:xfrm>
            <a:off x="5553547" y="4922059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/>
              <a:t>doFilter</a:t>
            </a:r>
            <a:endParaRPr kumimoji="1" lang="en-US" altLang="zh-CN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B9B51E-34E5-F94D-9402-D8D9A062CE8D}"/>
              </a:ext>
            </a:extLst>
          </p:cNvPr>
          <p:cNvSpPr/>
          <p:nvPr/>
        </p:nvSpPr>
        <p:spPr>
          <a:xfrm>
            <a:off x="7261615" y="4922059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destroy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894EA0-BEA0-6942-A87A-DBD991A8FC17}"/>
              </a:ext>
            </a:extLst>
          </p:cNvPr>
          <p:cNvSpPr/>
          <p:nvPr/>
        </p:nvSpPr>
        <p:spPr>
          <a:xfrm>
            <a:off x="9046873" y="4922059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/>
              <a:t>对象销毁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175E68-AF9C-284C-87EB-188DFE1EFC0B}"/>
              </a:ext>
            </a:extLst>
          </p:cNvPr>
          <p:cNvSpPr/>
          <p:nvPr/>
        </p:nvSpPr>
        <p:spPr>
          <a:xfrm>
            <a:off x="10832131" y="4922059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/>
              <a:t>服务关闭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237E09-65ED-1B46-B123-FA08D17F646E}"/>
              </a:ext>
            </a:extLst>
          </p:cNvPr>
          <p:cNvSpPr/>
          <p:nvPr/>
        </p:nvSpPr>
        <p:spPr>
          <a:xfrm>
            <a:off x="352154" y="4926155"/>
            <a:ext cx="1071562" cy="651565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/>
              <a:t>服务启动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D1690BA-908F-7741-9506-3C6F1F2C9D7C}"/>
              </a:ext>
            </a:extLst>
          </p:cNvPr>
          <p:cNvCxnSpPr>
            <a:stCxn id="12" idx="3"/>
            <a:endCxn id="4" idx="1"/>
          </p:cNvCxnSpPr>
          <p:nvPr/>
        </p:nvCxnSpPr>
        <p:spPr>
          <a:xfrm flipV="1">
            <a:off x="1423716" y="5247845"/>
            <a:ext cx="636506" cy="409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F1021A56-5B51-134D-ADE7-42683B6583E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131784" y="5247844"/>
            <a:ext cx="636506" cy="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8EBBFCA-F796-C24B-ADC4-F8AE7F78740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10118435" y="5247842"/>
            <a:ext cx="713696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5C467B5A-E59C-F840-B307-ED4C88815AE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8333177" y="5247842"/>
            <a:ext cx="713696" cy="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B55A4B3F-F965-244D-9F1D-391FAC3AC5C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625109" y="5247842"/>
            <a:ext cx="636506" cy="0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519207A-A590-8245-9180-FD0F908EB4E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839852" y="5247842"/>
            <a:ext cx="713695" cy="2"/>
          </a:xfrm>
          <a:prstGeom prst="straightConnector1">
            <a:avLst/>
          </a:prstGeom>
          <a:ln w="254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F6253D2C-D190-7746-AA6B-72999EB859D7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6089328" y="5573624"/>
            <a:ext cx="6672" cy="2129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29E7E5E-42D7-7C49-8124-14C732AF708C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7797396" y="5573624"/>
            <a:ext cx="0" cy="212981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BC2F8F7-9AA7-9A46-91F4-E847D8F147DF}"/>
              </a:ext>
            </a:extLst>
          </p:cNvPr>
          <p:cNvSpPr txBox="1"/>
          <p:nvPr/>
        </p:nvSpPr>
        <p:spPr>
          <a:xfrm>
            <a:off x="1985668" y="5903018"/>
            <a:ext cx="164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服务启动就实例化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并会初始化</a:t>
            </a:r>
            <a:endParaRPr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F9A5641-0210-E549-9F79-7011CE558039}"/>
              </a:ext>
            </a:extLst>
          </p:cNvPr>
          <p:cNvSpPr txBox="1"/>
          <p:nvPr/>
        </p:nvSpPr>
        <p:spPr>
          <a:xfrm>
            <a:off x="5268279" y="5917412"/>
            <a:ext cx="164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请求到来</a:t>
            </a:r>
            <a:endParaRPr lang="zh-CN" altLang="en-US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0B731F8-3D3E-A044-BFB5-F9313AA7B7E9}"/>
              </a:ext>
            </a:extLst>
          </p:cNvPr>
          <p:cNvSpPr txBox="1"/>
          <p:nvPr/>
        </p:nvSpPr>
        <p:spPr>
          <a:xfrm>
            <a:off x="6976347" y="5917411"/>
            <a:ext cx="164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收到服务关闭指令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82769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配置多个 </a:t>
            </a:r>
            <a:r>
              <a:rPr lang="en-US" altLang="zh-CN" dirty="0"/>
              <a:t>Filter</a:t>
            </a:r>
            <a:r>
              <a:rPr lang="zh-CN" altLang="en-US" dirty="0"/>
              <a:t> 拦截同一个请求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2" y="1396402"/>
            <a:ext cx="10699220" cy="211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可以配置多个 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按顺序拦截同一个请求。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这些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按顺序组成一个链条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FilterChain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，是“责任链模式”的一个变体。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每个 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依次对请求和响应拦截处理，通过调用 </a:t>
            </a:r>
            <a:r>
              <a:rPr lang="en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FilterChain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doFilter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()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方法，将请求转发到下一个 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，最后一个 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将请求传递给目标 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进行处理。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在链条中的顺序由在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中的配置顺序确定。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AF64A5-C5F4-004F-A4B4-2309041DC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137" y="3803719"/>
            <a:ext cx="7552706" cy="22740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EA6508-D5DB-2201-72C5-EED5210C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4" y="3803719"/>
            <a:ext cx="3606799" cy="231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98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实现 </a:t>
            </a:r>
            <a:r>
              <a:rPr lang="en-US" altLang="zh-CN" dirty="0" err="1"/>
              <a:t>FilterChain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EB2A47-6F1E-8F4B-94BD-3713D222455C}"/>
              </a:ext>
            </a:extLst>
          </p:cNvPr>
          <p:cNvSpPr txBox="1"/>
          <p:nvPr/>
        </p:nvSpPr>
        <p:spPr>
          <a:xfrm>
            <a:off x="668692" y="1396402"/>
            <a:ext cx="10699220" cy="1709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实现思路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用一个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List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按顺序保存所有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保存需要执行的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用一个指针指向当前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A00DF5-9326-3A4E-9D66-3FF1E1C2B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429000"/>
            <a:ext cx="7917168" cy="238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1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实现 </a:t>
            </a:r>
            <a:r>
              <a:rPr lang="en-US" altLang="zh-CN" dirty="0" err="1"/>
              <a:t>FilterChain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88ED39-FFB7-D240-905B-8B9F30710EAE}"/>
              </a:ext>
            </a:extLst>
          </p:cNvPr>
          <p:cNvSpPr txBox="1"/>
          <p:nvPr/>
        </p:nvSpPr>
        <p:spPr>
          <a:xfrm>
            <a:off x="668692" y="1406999"/>
            <a:ext cx="10699220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优化思路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用一个自定义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FilterProxy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类将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包装起来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这样就可以把包装好的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，以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的形式加入到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filterList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中，代码更优雅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6FB8FF-08E8-284C-BEC4-AF193061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974501"/>
            <a:ext cx="7857149" cy="29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6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用 </a:t>
            </a:r>
            <a:r>
              <a:rPr lang="en-US" altLang="zh-CN" dirty="0"/>
              <a:t>Filter</a:t>
            </a:r>
            <a:r>
              <a:rPr lang="zh-CN" altLang="en-US" dirty="0"/>
              <a:t> 改造我们的代码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55B850-7605-8C4E-9842-DD250F1AEC11}"/>
              </a:ext>
            </a:extLst>
          </p:cNvPr>
          <p:cNvSpPr txBox="1"/>
          <p:nvPr/>
        </p:nvSpPr>
        <p:spPr>
          <a:xfrm>
            <a:off x="668692" y="1396402"/>
            <a:ext cx="10699220" cy="170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LoginFilter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检查用户是否登录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创建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LoginFilter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将用户登录验证的代码移到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LoginFilter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 配置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LoginFilter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831051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45633</TotalTime>
  <Words>534</Words>
  <Application>Microsoft Macintosh PowerPoint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Filter-过滤器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564</cp:revision>
  <dcterms:created xsi:type="dcterms:W3CDTF">2021-12-14T08:53:33Z</dcterms:created>
  <dcterms:modified xsi:type="dcterms:W3CDTF">2023-05-16T18:30:39Z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agleCloud">
    <vt:lpwstr>61676334b4e8422151e43967553014381f5e06876ebe2bbce66cedec39aecaac9e60da91a32bcea9066488722440b91e8ff0048d0f5bd41b420c6a9abfab6dc739364240fb3cb2ed3f5b47b5a74b7b5103e0ea68b0db6ee782673491502157f37bcb9c5d2ee0791f61a51da3002f5ae6dcfb636c2e36fd27a8e74f484e592c6</vt:lpwstr>
  </property>
  <property fmtid="{D5CDD505-2E9C-101B-9397-08002B2CF9AE}" pid="3" name="EagleCloud1">
    <vt:lpwstr>c62209c9595ad58fdd8f336497f2320c803153dc4c267aa8b6c135973893ba012144e4100a4c93a7818780a176da2b295d2d4431860dfc99ddb680da24bc2e890555453fe70b1f0eb3b1e839343e9498377e3b28e7eb46a3630addcad188ef06f24cf561676f95451ac9548b5fb5ea38c8f35959b705f240623675195244d44</vt:lpwstr>
  </property>
  <property fmtid="{D5CDD505-2E9C-101B-9397-08002B2CF9AE}" pid="4" name="EagleCloud2">
    <vt:lpwstr>972c20d613c2c913bcdaae44a9787a3c9564541d57b285fb8bad77c0ead7624e53e4531826e354954814ae545be9377fecf3bd8dae62c47dffb93cf4048f38afb5</vt:lpwstr>
  </property>
</Properties>
</file>