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8"/>
  </p:notesMasterIdLst>
  <p:sldIdLst>
    <p:sldId id="256" r:id="rId3"/>
    <p:sldId id="331" r:id="rId4"/>
    <p:sldId id="414" r:id="rId5"/>
    <p:sldId id="421" r:id="rId6"/>
    <p:sldId id="42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84" autoAdjust="0"/>
    <p:restoredTop sz="95898"/>
  </p:normalViewPr>
  <p:slideViewPr>
    <p:cSldViewPr snapToGrid="0">
      <p:cViewPr varScale="1">
        <p:scale>
          <a:sx n="113" d="100"/>
          <a:sy n="113" d="100"/>
        </p:scale>
        <p:origin x="208" y="280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5/23/23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 err="1"/>
              <a:t>JavaWeb</a:t>
            </a:r>
            <a:r>
              <a:rPr lang="zh-CN" altLang="en-US" dirty="0"/>
              <a:t> 注解式开发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34749" y="1278854"/>
            <a:ext cx="7140473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WebListener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WebServlet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WebFilter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使用 </a:t>
            </a:r>
            <a:r>
              <a:rPr lang="en-US" altLang="zh-CN" dirty="0"/>
              <a:t>@</a:t>
            </a:r>
            <a:r>
              <a:rPr lang="en-US" altLang="zh-CN" dirty="0" err="1"/>
              <a:t>WebListener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6EFF87-F973-EC74-4E2A-972A77368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0" y="4404081"/>
            <a:ext cx="8090112" cy="18936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740EB7-3A90-76EA-02FA-0D84A5DD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0" y="1949016"/>
            <a:ext cx="7041621" cy="17650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0B72B74-7666-43BF-9DE5-3739EFA05130}"/>
              </a:ext>
            </a:extLst>
          </p:cNvPr>
          <p:cNvSpPr txBox="1"/>
          <p:nvPr/>
        </p:nvSpPr>
        <p:spPr>
          <a:xfrm>
            <a:off x="668692" y="1401596"/>
            <a:ext cx="1107600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Listener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类上使用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WebListener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注解标注这是一个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监听器，不需要去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中配置。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CE5CC0-6745-4ED3-C8DA-194F9CA2982E}"/>
              </a:ext>
            </a:extLst>
          </p:cNvPr>
          <p:cNvSpPr txBox="1"/>
          <p:nvPr/>
        </p:nvSpPr>
        <p:spPr>
          <a:xfrm>
            <a:off x="557998" y="3798307"/>
            <a:ext cx="11076004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中设置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metadata-complete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=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false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，让注解生效。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使用 </a:t>
            </a:r>
            <a:r>
              <a:rPr lang="en-US" altLang="zh-CN" dirty="0"/>
              <a:t>@</a:t>
            </a:r>
            <a:r>
              <a:rPr lang="en-US" altLang="zh-CN" dirty="0" err="1"/>
              <a:t>WebServlet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B72B74-7666-43BF-9DE5-3739EFA05130}"/>
              </a:ext>
            </a:extLst>
          </p:cNvPr>
          <p:cNvSpPr txBox="1"/>
          <p:nvPr/>
        </p:nvSpPr>
        <p:spPr>
          <a:xfrm>
            <a:off x="668692" y="1401596"/>
            <a:ext cx="11076004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类上使用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注解标注这是一个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设置注解的属性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urlPatterns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E1ABA4-6DB5-0754-9D10-9770B42C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538592"/>
            <a:ext cx="9683220" cy="358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26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使用 </a:t>
            </a:r>
            <a:r>
              <a:rPr lang="en-US" altLang="zh-CN" dirty="0"/>
              <a:t>@</a:t>
            </a:r>
            <a:r>
              <a:rPr lang="en-US" altLang="zh-CN" dirty="0" err="1"/>
              <a:t>WebFilter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B72B74-7666-43BF-9DE5-3739EFA05130}"/>
              </a:ext>
            </a:extLst>
          </p:cNvPr>
          <p:cNvSpPr txBox="1"/>
          <p:nvPr/>
        </p:nvSpPr>
        <p:spPr>
          <a:xfrm>
            <a:off x="668692" y="1401596"/>
            <a:ext cx="11076004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类上使用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@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注解标注这是一个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设置注解的属性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filterName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urlPatterns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8E07EC-9368-40B4-8D75-145AF2FC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497165"/>
            <a:ext cx="9547752" cy="353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53294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51435</TotalTime>
  <Words>118</Words>
  <Application>Microsoft Macintosh PowerPoint</Application>
  <PresentationFormat>宽屏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JavaWeb 注解式开发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608</cp:revision>
  <dcterms:created xsi:type="dcterms:W3CDTF">2021-12-14T08:53:33Z</dcterms:created>
  <dcterms:modified xsi:type="dcterms:W3CDTF">2023-05-23T09:44:51Z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agleCloud">
    <vt:lpwstr>61676334b4e8422151e43967553014381f5e06876ebe2bbce66cedec39aecaac9e60da91a32bcea9066488722440b91e85b3fbbe5413942841e0d6de395f405c39364240fb3cb2ed3f5b47b5a74b7b5103e0ea68b0db6ee782673491502157f37bcb9c5d2ee0791f61a51da3002f5ae6dcfb636c2e36fd27a8e74f484e592c6</vt:lpwstr>
  </property>
  <property fmtid="{D5CDD505-2E9C-101B-9397-08002B2CF9AE}" pid="3" name="EagleCloud1">
    <vt:lpwstr>c62209c9595ad58fdd8f336497f2320c803153dc4c267aa8b6c135973893ba012144e4100a4c93a7818780a176da2b295d2d4431860dfc99ddb680da24bc2e890555453fe70b1f0eb3b1e839343e9498377e3b28e7eb46a3630addcad188ef06fccab140d779f2e02792364c3e400df108f35959b705f240623675195244d44</vt:lpwstr>
  </property>
  <property fmtid="{D5CDD505-2E9C-101B-9397-08002B2CF9AE}" pid="4" name="EagleCloud2">
    <vt:lpwstr>972c20d613c2c913bcdaae44a9787a3c9564541d57b285fb8bad77c0ead7624e53e4531826e354954814ae545be9377fecf3bd8dae62c47dffb93cf4048f38afb5</vt:lpwstr>
  </property>
</Properties>
</file>