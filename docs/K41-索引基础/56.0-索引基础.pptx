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81" r:id="rId2"/>
  </p:sldMasterIdLst>
  <p:notesMasterIdLst>
    <p:notesMasterId r:id="rId24"/>
  </p:notesMasterIdLst>
  <p:sldIdLst>
    <p:sldId id="256" r:id="rId3"/>
    <p:sldId id="331" r:id="rId4"/>
    <p:sldId id="414" r:id="rId5"/>
    <p:sldId id="471" r:id="rId6"/>
    <p:sldId id="472" r:id="rId7"/>
    <p:sldId id="480" r:id="rId8"/>
    <p:sldId id="481" r:id="rId9"/>
    <p:sldId id="482" r:id="rId10"/>
    <p:sldId id="473" r:id="rId11"/>
    <p:sldId id="474" r:id="rId12"/>
    <p:sldId id="475" r:id="rId13"/>
    <p:sldId id="476" r:id="rId14"/>
    <p:sldId id="477" r:id="rId15"/>
    <p:sldId id="478" r:id="rId16"/>
    <p:sldId id="483" r:id="rId17"/>
    <p:sldId id="484" r:id="rId18"/>
    <p:sldId id="485" r:id="rId19"/>
    <p:sldId id="487" r:id="rId20"/>
    <p:sldId id="488" r:id="rId21"/>
    <p:sldId id="486" r:id="rId22"/>
    <p:sldId id="479" r:id="rId2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E79A"/>
    <a:srgbClr val="5B9BD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884" autoAdjust="0"/>
    <p:restoredTop sz="95908"/>
  </p:normalViewPr>
  <p:slideViewPr>
    <p:cSldViewPr snapToGrid="0">
      <p:cViewPr varScale="1">
        <p:scale>
          <a:sx n="113" d="100"/>
          <a:sy n="113" d="100"/>
        </p:scale>
        <p:origin x="208" y="328"/>
      </p:cViewPr>
      <p:guideLst/>
    </p:cSldViewPr>
  </p:slideViewPr>
  <p:outlineViewPr>
    <p:cViewPr>
      <p:scale>
        <a:sx n="33" d="100"/>
        <a:sy n="33" d="100"/>
      </p:scale>
      <p:origin x="0" y="-468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99" d="100"/>
          <a:sy n="99" d="100"/>
        </p:scale>
        <p:origin x="4272" y="1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B234C0-42CF-994A-B498-2C2DAA802C99}" type="datetimeFigureOut">
              <a:rPr lang="en-CN" smtClean="0"/>
              <a:t>6/22/23</a:t>
            </a:fld>
            <a:endParaRPr lang="en-C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622EA6-FE1A-C745-BE27-F2AA48395E86}" type="slidenum">
              <a:rPr lang="en-CN" smtClean="0"/>
              <a:t>‹#›</a:t>
            </a:fld>
            <a:endParaRPr lang="en-CN"/>
          </a:p>
        </p:txBody>
      </p:sp>
    </p:spTree>
    <p:extLst>
      <p:ext uri="{BB962C8B-B14F-4D97-AF65-F5344CB8AC3E}">
        <p14:creationId xmlns:p14="http://schemas.microsoft.com/office/powerpoint/2010/main" val="19289907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838200" y="2692940"/>
            <a:ext cx="10515600" cy="757130"/>
          </a:xfrm>
          <a:prstGeom prst="rect">
            <a:avLst/>
          </a:prstGeom>
        </p:spPr>
        <p:txBody>
          <a:bodyPr wrap="square" anchor="b">
            <a:spAutoFit/>
          </a:bodyPr>
          <a:lstStyle>
            <a:lvl1pPr algn="ctr">
              <a:defRPr sz="4800"/>
            </a:lvl1pPr>
          </a:lstStyle>
          <a:p>
            <a:r>
              <a:rPr lang="zh-CN" altLang="en-US" dirty="0"/>
              <a:t>标题</a:t>
            </a:r>
          </a:p>
        </p:txBody>
      </p:sp>
      <p:sp>
        <p:nvSpPr>
          <p:cNvPr id="3" name="副标题 2"/>
          <p:cNvSpPr>
            <a:spLocks noGrp="1"/>
          </p:cNvSpPr>
          <p:nvPr>
            <p:ph type="subTitle" idx="1" hasCustomPrompt="1"/>
          </p:nvPr>
        </p:nvSpPr>
        <p:spPr>
          <a:xfrm>
            <a:off x="838200" y="3566399"/>
            <a:ext cx="10515600" cy="461665"/>
          </a:xfrm>
          <a:prstGeom prst="rect">
            <a:avLst/>
          </a:prstGeom>
        </p:spPr>
        <p:txBody>
          <a:bodyPr wrap="square">
            <a:spAutoFit/>
          </a:bodyPr>
          <a:lstStyle>
            <a:lvl1pPr marL="0" indent="0" algn="ctr">
              <a:buNone/>
              <a:defRPr sz="24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a:t>副标题</a:t>
            </a:r>
          </a:p>
        </p:txBody>
      </p:sp>
      <p:sp>
        <p:nvSpPr>
          <p:cNvPr id="7" name="页脚占位符 9"/>
          <p:cNvSpPr>
            <a:spLocks noGrp="1"/>
          </p:cNvSpPr>
          <p:nvPr>
            <p:ph type="ftr" sz="quarter" idx="3"/>
          </p:nvPr>
        </p:nvSpPr>
        <p:spPr>
          <a:xfrm>
            <a:off x="11353799" y="6642000"/>
            <a:ext cx="838199" cy="216000"/>
          </a:xfrm>
          <a:prstGeom prst="rect">
            <a:avLst/>
          </a:prstGeom>
        </p:spPr>
        <p:txBody>
          <a:bodyPr vert="horz" wrap="none" lIns="0" tIns="0" rIns="72000" bIns="36000" rtlCol="0" anchor="b" anchorCtr="0"/>
          <a:lstStyle>
            <a:lvl1pPr algn="r">
              <a:defRPr sz="900">
                <a:solidFill>
                  <a:schemeClr val="bg1"/>
                </a:solidFill>
                <a:latin typeface="思源黑体" panose="020B0500000000000000" pitchFamily="34" charset="-122"/>
                <a:ea typeface="思源黑体" panose="020B0500000000000000" pitchFamily="34" charset="-122"/>
              </a:defRPr>
            </a:lvl1pPr>
          </a:lstStyle>
          <a:p>
            <a:endParaRPr lang="zh-CN" altLang="en-US"/>
          </a:p>
        </p:txBody>
      </p:sp>
      <p:sp>
        <p:nvSpPr>
          <p:cNvPr id="9" name="灯片编号占位符 3"/>
          <p:cNvSpPr>
            <a:spLocks noGrp="1"/>
          </p:cNvSpPr>
          <p:nvPr>
            <p:ph type="sldNum" sz="quarter" idx="4"/>
          </p:nvPr>
        </p:nvSpPr>
        <p:spPr>
          <a:xfrm>
            <a:off x="11353801" y="0"/>
            <a:ext cx="838200" cy="216000"/>
          </a:xfrm>
          <a:prstGeom prst="rect">
            <a:avLst/>
          </a:prstGeom>
        </p:spPr>
        <p:txBody>
          <a:bodyPr vert="horz" wrap="none" lIns="0" tIns="36000" rIns="72000" bIns="0" rtlCol="0" anchor="ctr"/>
          <a:lstStyle>
            <a:lvl1pPr algn="r">
              <a:defRPr sz="900">
                <a:solidFill>
                  <a:schemeClr val="bg1">
                    <a:lumMod val="85000"/>
                  </a:schemeClr>
                </a:solidFill>
                <a:latin typeface="思源黑体" panose="020B0500000000000000" pitchFamily="34" charset="-122"/>
                <a:ea typeface="思源黑体" panose="020B0500000000000000" pitchFamily="34" charset="-122"/>
              </a:defRPr>
            </a:lvl1pPr>
          </a:lstStyle>
          <a:p>
            <a:fld id="{1C71211B-FC85-4D01-81F5-233FD27A8BCC}" type="slidenum">
              <a:rPr lang="zh-CN" altLang="en-US" smtClean="0"/>
              <a:t>‹#›</a:t>
            </a:fld>
            <a:endParaRPr lang="zh-CN" altLang="en-US"/>
          </a:p>
        </p:txBody>
      </p:sp>
    </p:spTree>
    <p:extLst>
      <p:ext uri="{BB962C8B-B14F-4D97-AF65-F5344CB8AC3E}">
        <p14:creationId xmlns:p14="http://schemas.microsoft.com/office/powerpoint/2010/main" val="6314268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0000"/>
            <a:ext cx="10515600" cy="757130"/>
          </a:xfrm>
          <a:prstGeom prst="rect">
            <a:avLst/>
          </a:prstGeom>
        </p:spPr>
        <p:txBody>
          <a:bodyPr>
            <a:spAutoFit/>
          </a:bodyPr>
          <a:lstStyle/>
          <a:p>
            <a:r>
              <a:rPr lang="zh-CN" altLang="en-US" dirty="0"/>
              <a:t>单击此处编辑母版标题样式</a:t>
            </a:r>
          </a:p>
        </p:txBody>
      </p:sp>
      <p:sp>
        <p:nvSpPr>
          <p:cNvPr id="3" name="内容占位符 2"/>
          <p:cNvSpPr>
            <a:spLocks noGrp="1"/>
          </p:cNvSpPr>
          <p:nvPr>
            <p:ph idx="1"/>
          </p:nvPr>
        </p:nvSpPr>
        <p:spPr>
          <a:xfrm>
            <a:off x="838200" y="1260000"/>
            <a:ext cx="10515600" cy="5382000"/>
          </a:xfrm>
          <a:prstGeom prst="rect">
            <a:avLst/>
          </a:prstGeom>
        </p:spPr>
        <p:txBody>
          <a:bodyPr>
            <a:normAutofit/>
          </a:bodyPr>
          <a:lstStyle>
            <a:lvl1pPr>
              <a:lnSpc>
                <a:spcPct val="100000"/>
              </a:lnSpc>
              <a:defRPr lang="zh-CN" altLang="en-US" dirty="0" smtClean="0"/>
            </a:lvl1pPr>
            <a:lvl2pPr>
              <a:lnSpc>
                <a:spcPct val="100000"/>
              </a:lnSpc>
              <a:defRPr lang="zh-CN" altLang="en-US" dirty="0" smtClean="0"/>
            </a:lvl2pPr>
            <a:lvl3pPr>
              <a:lnSpc>
                <a:spcPct val="100000"/>
              </a:lnSpc>
              <a:defRPr lang="zh-CN" altLang="en-US" dirty="0" smtClean="0"/>
            </a:lvl3pPr>
            <a:lvl4pPr>
              <a:lnSpc>
                <a:spcPct val="100000"/>
              </a:lnSpc>
              <a:defRPr lang="zh-CN" altLang="en-US" dirty="0" smtClean="0"/>
            </a:lvl4pPr>
            <a:lvl5pPr>
              <a:lnSpc>
                <a:spcPct val="100000"/>
              </a:lnSpc>
              <a:defRPr lang="zh-CN" altLang="en-US" dirty="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
        <p:nvSpPr>
          <p:cNvPr id="7" name="页脚占位符 9"/>
          <p:cNvSpPr>
            <a:spLocks noGrp="1"/>
          </p:cNvSpPr>
          <p:nvPr>
            <p:ph type="ftr" sz="quarter" idx="3"/>
          </p:nvPr>
        </p:nvSpPr>
        <p:spPr>
          <a:xfrm>
            <a:off x="11353799" y="6642000"/>
            <a:ext cx="838199" cy="216000"/>
          </a:xfrm>
          <a:prstGeom prst="rect">
            <a:avLst/>
          </a:prstGeom>
        </p:spPr>
        <p:txBody>
          <a:bodyPr vert="horz" wrap="none" lIns="0" tIns="0" rIns="72000" bIns="36000" rtlCol="0" anchor="b" anchorCtr="0"/>
          <a:lstStyle>
            <a:lvl1pPr algn="r">
              <a:defRPr sz="900">
                <a:solidFill>
                  <a:schemeClr val="bg1"/>
                </a:solidFill>
                <a:latin typeface="思源黑体" panose="020B0500000000000000" pitchFamily="34" charset="-122"/>
                <a:ea typeface="思源黑体" panose="020B0500000000000000" pitchFamily="34" charset="-122"/>
              </a:defRPr>
            </a:lvl1pPr>
          </a:lstStyle>
          <a:p>
            <a:endParaRPr lang="zh-CN" altLang="en-US"/>
          </a:p>
        </p:txBody>
      </p:sp>
      <p:sp>
        <p:nvSpPr>
          <p:cNvPr id="9" name="灯片编号占位符 3"/>
          <p:cNvSpPr>
            <a:spLocks noGrp="1"/>
          </p:cNvSpPr>
          <p:nvPr>
            <p:ph type="sldNum" sz="quarter" idx="4"/>
          </p:nvPr>
        </p:nvSpPr>
        <p:spPr>
          <a:xfrm>
            <a:off x="11353801" y="0"/>
            <a:ext cx="838200" cy="216000"/>
          </a:xfrm>
          <a:prstGeom prst="rect">
            <a:avLst/>
          </a:prstGeom>
        </p:spPr>
        <p:txBody>
          <a:bodyPr vert="horz" wrap="none" lIns="0" tIns="36000" rIns="72000" bIns="0" rtlCol="0" anchor="ctr"/>
          <a:lstStyle>
            <a:lvl1pPr algn="r">
              <a:defRPr sz="900">
                <a:solidFill>
                  <a:schemeClr val="bg1">
                    <a:lumMod val="85000"/>
                  </a:schemeClr>
                </a:solidFill>
                <a:latin typeface="思源黑体" panose="020B0500000000000000" pitchFamily="34" charset="-122"/>
                <a:ea typeface="思源黑体" panose="020B0500000000000000" pitchFamily="34" charset="-122"/>
              </a:defRPr>
            </a:lvl1pPr>
          </a:lstStyle>
          <a:p>
            <a:fld id="{1C71211B-FC85-4D01-81F5-233FD27A8BCC}" type="slidenum">
              <a:rPr lang="zh-CN" altLang="en-US" smtClean="0"/>
              <a:t>‹#›</a:t>
            </a:fld>
            <a:endParaRPr lang="zh-CN" altLang="en-US"/>
          </a:p>
        </p:txBody>
      </p:sp>
    </p:spTree>
    <p:extLst>
      <p:ext uri="{BB962C8B-B14F-4D97-AF65-F5344CB8AC3E}">
        <p14:creationId xmlns:p14="http://schemas.microsoft.com/office/powerpoint/2010/main" val="395341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代码">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360000"/>
            <a:ext cx="10515600" cy="757130"/>
          </a:xfrm>
          <a:prstGeom prst="rect">
            <a:avLst/>
          </a:prstGeom>
        </p:spPr>
        <p:txBody>
          <a:bodyPr>
            <a:spAutoFit/>
          </a:bodyPr>
          <a:lstStyle/>
          <a:p>
            <a:r>
              <a:rPr lang="zh-CN" altLang="en-US"/>
              <a:t>代码</a:t>
            </a:r>
            <a:endParaRPr lang="zh-CN" altLang="en-US" dirty="0"/>
          </a:p>
        </p:txBody>
      </p:sp>
      <p:sp>
        <p:nvSpPr>
          <p:cNvPr id="3" name="内容占位符 2"/>
          <p:cNvSpPr>
            <a:spLocks noGrp="1"/>
          </p:cNvSpPr>
          <p:nvPr>
            <p:ph idx="1" hasCustomPrompt="1"/>
          </p:nvPr>
        </p:nvSpPr>
        <p:spPr>
          <a:xfrm>
            <a:off x="838200" y="1260000"/>
            <a:ext cx="10515600" cy="5382000"/>
          </a:xfrm>
          <a:prstGeom prst="rect">
            <a:avLst/>
          </a:prstGeom>
        </p:spPr>
        <p:txBody>
          <a:bodyPr>
            <a:normAutofit/>
          </a:bodyPr>
          <a:lstStyle>
            <a:lvl1pPr>
              <a:defRPr lang="zh-CN" altLang="en-US" dirty="0" smtClean="0"/>
            </a:lvl1pPr>
            <a:lvl2pPr marL="0" indent="0">
              <a:buNone/>
              <a:defRPr lang="zh-CN" altLang="en-US" sz="2000" dirty="0" smtClean="0">
                <a:latin typeface="Consolas" panose="020B0609020204030204" pitchFamily="49" charset="0"/>
              </a:defRPr>
            </a:lvl2pPr>
            <a:lvl3pPr>
              <a:defRPr lang="zh-CN" altLang="en-US" dirty="0" smtClean="0"/>
            </a:lvl3pPr>
            <a:lvl4pPr>
              <a:defRPr lang="zh-CN" altLang="en-US" dirty="0" smtClean="0"/>
            </a:lvl4pPr>
            <a:lvl5pPr>
              <a:defRPr lang="zh-CN" altLang="en-US" dirty="0"/>
            </a:lvl5pPr>
          </a:lstStyle>
          <a:p>
            <a:pPr lvl="1"/>
            <a:r>
              <a:rPr lang="en-US" altLang="zh-CN"/>
              <a:t>print("hi")</a:t>
            </a:r>
            <a:endParaRPr lang="zh-CN" altLang="en-US" dirty="0"/>
          </a:p>
        </p:txBody>
      </p:sp>
      <p:sp>
        <p:nvSpPr>
          <p:cNvPr id="7" name="页脚占位符 9"/>
          <p:cNvSpPr>
            <a:spLocks noGrp="1"/>
          </p:cNvSpPr>
          <p:nvPr>
            <p:ph type="ftr" sz="quarter" idx="3"/>
          </p:nvPr>
        </p:nvSpPr>
        <p:spPr>
          <a:xfrm>
            <a:off x="11353799" y="6642000"/>
            <a:ext cx="838199" cy="216000"/>
          </a:xfrm>
          <a:prstGeom prst="rect">
            <a:avLst/>
          </a:prstGeom>
        </p:spPr>
        <p:txBody>
          <a:bodyPr vert="horz" wrap="none" lIns="0" tIns="0" rIns="72000" bIns="36000" rtlCol="0" anchor="b" anchorCtr="0"/>
          <a:lstStyle>
            <a:lvl1pPr algn="r">
              <a:defRPr sz="900">
                <a:solidFill>
                  <a:schemeClr val="bg1"/>
                </a:solidFill>
                <a:latin typeface="思源黑体" panose="020B0500000000000000" pitchFamily="34" charset="-122"/>
                <a:ea typeface="思源黑体" panose="020B0500000000000000" pitchFamily="34" charset="-122"/>
              </a:defRPr>
            </a:lvl1pPr>
          </a:lstStyle>
          <a:p>
            <a:endParaRPr lang="zh-CN" altLang="en-US"/>
          </a:p>
        </p:txBody>
      </p:sp>
      <p:sp>
        <p:nvSpPr>
          <p:cNvPr id="9" name="灯片编号占位符 3"/>
          <p:cNvSpPr>
            <a:spLocks noGrp="1"/>
          </p:cNvSpPr>
          <p:nvPr>
            <p:ph type="sldNum" sz="quarter" idx="4"/>
          </p:nvPr>
        </p:nvSpPr>
        <p:spPr>
          <a:xfrm>
            <a:off x="11353801" y="0"/>
            <a:ext cx="838200" cy="216000"/>
          </a:xfrm>
          <a:prstGeom prst="rect">
            <a:avLst/>
          </a:prstGeom>
        </p:spPr>
        <p:txBody>
          <a:bodyPr vert="horz" wrap="none" lIns="0" tIns="36000" rIns="72000" bIns="0" rtlCol="0" anchor="ctr"/>
          <a:lstStyle>
            <a:lvl1pPr algn="r">
              <a:defRPr sz="900">
                <a:solidFill>
                  <a:schemeClr val="bg1">
                    <a:lumMod val="85000"/>
                  </a:schemeClr>
                </a:solidFill>
                <a:latin typeface="思源黑体" panose="020B0500000000000000" pitchFamily="34" charset="-122"/>
                <a:ea typeface="思源黑体" panose="020B0500000000000000" pitchFamily="34" charset="-122"/>
              </a:defRPr>
            </a:lvl1pPr>
          </a:lstStyle>
          <a:p>
            <a:fld id="{1C71211B-FC85-4D01-81F5-233FD27A8BCC}" type="slidenum">
              <a:rPr lang="zh-CN" altLang="en-US" smtClean="0"/>
              <a:t>‹#›</a:t>
            </a:fld>
            <a:endParaRPr lang="zh-CN" altLang="en-US"/>
          </a:p>
        </p:txBody>
      </p:sp>
    </p:spTree>
    <p:extLst>
      <p:ext uri="{BB962C8B-B14F-4D97-AF65-F5344CB8AC3E}">
        <p14:creationId xmlns:p14="http://schemas.microsoft.com/office/powerpoint/2010/main" val="2810228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封面">
    <p:spTree>
      <p:nvGrpSpPr>
        <p:cNvPr id="1" name=""/>
        <p:cNvGrpSpPr/>
        <p:nvPr/>
      </p:nvGrpSpPr>
      <p:grpSpPr>
        <a:xfrm>
          <a:off x="0" y="0"/>
          <a:ext cx="0" cy="0"/>
          <a:chOff x="0" y="0"/>
          <a:chExt cx="0" cy="0"/>
        </a:xfrm>
      </p:grpSpPr>
      <p:sp>
        <p:nvSpPr>
          <p:cNvPr id="3" name="页脚占位符 2"/>
          <p:cNvSpPr>
            <a:spLocks noGrp="1"/>
          </p:cNvSpPr>
          <p:nvPr>
            <p:ph type="ftr" sz="quarter" idx="10"/>
          </p:nvPr>
        </p:nvSpPr>
        <p:spPr/>
        <p:txBody>
          <a:bodyPr/>
          <a:lstStyle>
            <a:lvl1pPr>
              <a:defRPr>
                <a:latin typeface="微软雅黑" panose="020B0503020204020204" pitchFamily="34" charset="-122"/>
                <a:ea typeface="微软雅黑" panose="020B0503020204020204" pitchFamily="34" charset="-122"/>
              </a:defRPr>
            </a:lvl1pPr>
          </a:lstStyle>
          <a:p>
            <a:endParaRPr lang="zh-CN" altLang="en-US"/>
          </a:p>
        </p:txBody>
      </p:sp>
      <p:sp>
        <p:nvSpPr>
          <p:cNvPr id="4" name="灯片编号占位符 3"/>
          <p:cNvSpPr>
            <a:spLocks noGrp="1"/>
          </p:cNvSpPr>
          <p:nvPr>
            <p:ph type="sldNum" sz="quarter" idx="11"/>
          </p:nvPr>
        </p:nvSpPr>
        <p:spPr/>
        <p:txBody>
          <a:bodyPr/>
          <a:lstStyle>
            <a:lvl1pPr>
              <a:defRPr>
                <a:latin typeface="微软雅黑" panose="020B0503020204020204" pitchFamily="34" charset="-122"/>
                <a:ea typeface="微软雅黑" panose="020B0503020204020204" pitchFamily="34" charset="-122"/>
              </a:defRPr>
            </a:lvl1pPr>
          </a:lstStyle>
          <a:p>
            <a:fld id="{1C71211B-FC85-4D01-81F5-233FD27A8BCC}" type="slidenum">
              <a:rPr lang="zh-CN" altLang="en-US" smtClean="0"/>
              <a:pPr/>
              <a:t>‹#›</a:t>
            </a:fld>
            <a:endParaRPr lang="zh-CN" altLang="en-US"/>
          </a:p>
        </p:txBody>
      </p:sp>
      <p:sp>
        <p:nvSpPr>
          <p:cNvPr id="5" name="文本框 4"/>
          <p:cNvSpPr txBox="1"/>
          <p:nvPr/>
        </p:nvSpPr>
        <p:spPr>
          <a:xfrm>
            <a:off x="838201" y="1545535"/>
            <a:ext cx="8332730" cy="3970318"/>
          </a:xfrm>
          <a:prstGeom prst="rect">
            <a:avLst/>
          </a:prstGeom>
          <a:noFill/>
        </p:spPr>
        <p:txBody>
          <a:bodyPr wrap="none" rtlCol="0">
            <a:spAutoFit/>
          </a:bodyPr>
          <a:lstStyle/>
          <a:p>
            <a:pPr>
              <a:lnSpc>
                <a:spcPct val="100000"/>
              </a:lnSpc>
            </a:pPr>
            <a:r>
              <a:rPr lang="zh-CN" altLang="en-US" sz="1800">
                <a:solidFill>
                  <a:schemeClr val="bg1"/>
                </a:solidFill>
                <a:latin typeface="微软雅黑" panose="020B0503020204020204" pitchFamily="34" charset="-122"/>
                <a:ea typeface="微软雅黑" panose="020B0503020204020204" pitchFamily="34" charset="-122"/>
              </a:rPr>
              <a:t>本内容版权属</a:t>
            </a:r>
            <a:r>
              <a:rPr lang="zh-CN" altLang="en-US" sz="1800">
                <a:solidFill>
                  <a:srgbClr val="FFFF00"/>
                </a:solidFill>
                <a:latin typeface="微软雅黑" panose="020B0503020204020204" pitchFamily="34" charset="-122"/>
                <a:ea typeface="微软雅黑" panose="020B0503020204020204" pitchFamily="34" charset="-122"/>
              </a:rPr>
              <a:t>杭州饥人谷教育科技有限公司</a:t>
            </a:r>
            <a:r>
              <a:rPr lang="zh-CN" altLang="en-US" sz="1800">
                <a:solidFill>
                  <a:schemeClr val="bg1"/>
                </a:solidFill>
                <a:latin typeface="微软雅黑" panose="020B0503020204020204" pitchFamily="34" charset="-122"/>
                <a:ea typeface="微软雅黑" panose="020B0503020204020204" pitchFamily="34" charset="-122"/>
              </a:rPr>
              <a:t>（简称饥人谷）所有。</a:t>
            </a:r>
            <a:endParaRPr lang="en-US" altLang="zh-CN" sz="1800">
              <a:solidFill>
                <a:schemeClr val="bg1"/>
              </a:solidFill>
              <a:latin typeface="微软雅黑" panose="020B0503020204020204" pitchFamily="34" charset="-122"/>
              <a:ea typeface="微软雅黑" panose="020B0503020204020204" pitchFamily="34" charset="-122"/>
            </a:endParaRPr>
          </a:p>
          <a:p>
            <a:pPr>
              <a:lnSpc>
                <a:spcPct val="100000"/>
              </a:lnSpc>
            </a:pPr>
            <a:endParaRPr lang="en-US" altLang="zh-CN" sz="1800">
              <a:solidFill>
                <a:schemeClr val="bg1"/>
              </a:solidFill>
              <a:latin typeface="微软雅黑" panose="020B0503020204020204" pitchFamily="34" charset="-122"/>
              <a:ea typeface="微软雅黑" panose="020B0503020204020204" pitchFamily="34" charset="-122"/>
            </a:endParaRPr>
          </a:p>
          <a:p>
            <a:pPr>
              <a:lnSpc>
                <a:spcPct val="100000"/>
              </a:lnSpc>
            </a:pPr>
            <a:r>
              <a:rPr lang="zh-CN" altLang="en-US" sz="1800">
                <a:solidFill>
                  <a:schemeClr val="bg1"/>
                </a:solidFill>
                <a:latin typeface="微软雅黑" panose="020B0503020204020204" pitchFamily="34" charset="-122"/>
                <a:ea typeface="微软雅黑" panose="020B0503020204020204" pitchFamily="34" charset="-122"/>
              </a:rPr>
              <a:t>任何媒体、网站或个人未经本网协议授权不得转载、链接、转贴，</a:t>
            </a:r>
            <a:endParaRPr lang="en-US" altLang="zh-CN" sz="1800">
              <a:solidFill>
                <a:schemeClr val="bg1"/>
              </a:solidFill>
              <a:latin typeface="微软雅黑" panose="020B0503020204020204" pitchFamily="34" charset="-122"/>
              <a:ea typeface="微软雅黑" panose="020B0503020204020204" pitchFamily="34" charset="-122"/>
            </a:endParaRPr>
          </a:p>
          <a:p>
            <a:pPr>
              <a:lnSpc>
                <a:spcPct val="100000"/>
              </a:lnSpc>
            </a:pPr>
            <a:r>
              <a:rPr lang="zh-CN" altLang="en-US" sz="1800">
                <a:solidFill>
                  <a:schemeClr val="bg1"/>
                </a:solidFill>
                <a:latin typeface="微软雅黑" panose="020B0503020204020204" pitchFamily="34" charset="-122"/>
                <a:ea typeface="微软雅黑" panose="020B0503020204020204" pitchFamily="34" charset="-122"/>
              </a:rPr>
              <a:t>或以其他方式复制、发布和发表。</a:t>
            </a:r>
            <a:endParaRPr lang="en-US" altLang="zh-CN" sz="1800">
              <a:solidFill>
                <a:schemeClr val="bg1"/>
              </a:solidFill>
              <a:latin typeface="微软雅黑" panose="020B0503020204020204" pitchFamily="34" charset="-122"/>
              <a:ea typeface="微软雅黑" panose="020B0503020204020204" pitchFamily="34" charset="-122"/>
            </a:endParaRPr>
          </a:p>
          <a:p>
            <a:pPr>
              <a:lnSpc>
                <a:spcPct val="100000"/>
              </a:lnSpc>
            </a:pPr>
            <a:endParaRPr lang="en-US" altLang="zh-CN" sz="1800">
              <a:solidFill>
                <a:schemeClr val="bg1"/>
              </a:solidFill>
              <a:latin typeface="微软雅黑" panose="020B0503020204020204" pitchFamily="34" charset="-122"/>
              <a:ea typeface="微软雅黑" panose="020B0503020204020204" pitchFamily="34" charset="-122"/>
            </a:endParaRPr>
          </a:p>
          <a:p>
            <a:pPr>
              <a:lnSpc>
                <a:spcPct val="100000"/>
              </a:lnSpc>
            </a:pPr>
            <a:r>
              <a:rPr lang="zh-CN" altLang="en-US" sz="1800">
                <a:solidFill>
                  <a:schemeClr val="bg1"/>
                </a:solidFill>
                <a:latin typeface="微软雅黑" panose="020B0503020204020204" pitchFamily="34" charset="-122"/>
                <a:ea typeface="微软雅黑" panose="020B0503020204020204" pitchFamily="34" charset="-122"/>
              </a:rPr>
              <a:t>已获得饥人谷授权的媒体、网站或个人在使用时须注明「资料来源：饥人谷」 。</a:t>
            </a:r>
            <a:endParaRPr lang="en-US" altLang="zh-CN" sz="1800">
              <a:solidFill>
                <a:schemeClr val="bg1"/>
              </a:solidFill>
              <a:latin typeface="微软雅黑" panose="020B0503020204020204" pitchFamily="34" charset="-122"/>
              <a:ea typeface="微软雅黑" panose="020B0503020204020204" pitchFamily="34" charset="-122"/>
            </a:endParaRPr>
          </a:p>
          <a:p>
            <a:pPr>
              <a:lnSpc>
                <a:spcPct val="100000"/>
              </a:lnSpc>
            </a:pPr>
            <a:endParaRPr lang="en-US" altLang="zh-CN" sz="1800">
              <a:solidFill>
                <a:schemeClr val="bg1"/>
              </a:solidFill>
              <a:latin typeface="微软雅黑" panose="020B0503020204020204" pitchFamily="34" charset="-122"/>
              <a:ea typeface="微软雅黑" panose="020B0503020204020204" pitchFamily="34" charset="-122"/>
            </a:endParaRPr>
          </a:p>
          <a:p>
            <a:pPr>
              <a:lnSpc>
                <a:spcPct val="100000"/>
              </a:lnSpc>
            </a:pPr>
            <a:r>
              <a:rPr lang="zh-CN" altLang="en-US" sz="1800">
                <a:solidFill>
                  <a:schemeClr val="bg1"/>
                </a:solidFill>
                <a:latin typeface="微软雅黑" panose="020B0503020204020204" pitchFamily="34" charset="-122"/>
                <a:ea typeface="微软雅黑" panose="020B0503020204020204" pitchFamily="34" charset="-122"/>
              </a:rPr>
              <a:t>对于违反者，饥人谷将依法追究责任。</a:t>
            </a:r>
            <a:endParaRPr lang="en-US" altLang="zh-CN" sz="1800">
              <a:solidFill>
                <a:schemeClr val="bg1"/>
              </a:solidFill>
              <a:latin typeface="微软雅黑" panose="020B0503020204020204" pitchFamily="34" charset="-122"/>
              <a:ea typeface="微软雅黑" panose="020B0503020204020204" pitchFamily="34" charset="-122"/>
            </a:endParaRPr>
          </a:p>
          <a:p>
            <a:pPr>
              <a:lnSpc>
                <a:spcPct val="100000"/>
              </a:lnSpc>
            </a:pPr>
            <a:endParaRPr lang="en-US" altLang="zh-CN" sz="1800">
              <a:solidFill>
                <a:schemeClr val="bg1"/>
              </a:solidFill>
              <a:latin typeface="微软雅黑" panose="020B0503020204020204" pitchFamily="34" charset="-122"/>
              <a:ea typeface="微软雅黑" panose="020B0503020204020204" pitchFamily="34" charset="-122"/>
            </a:endParaRPr>
          </a:p>
          <a:p>
            <a:pPr>
              <a:lnSpc>
                <a:spcPct val="100000"/>
              </a:lnSpc>
            </a:pPr>
            <a:r>
              <a:rPr lang="zh-CN" altLang="en-US" sz="1800">
                <a:solidFill>
                  <a:schemeClr val="bg1"/>
                </a:solidFill>
                <a:latin typeface="微软雅黑" panose="020B0503020204020204" pitchFamily="34" charset="-122"/>
                <a:ea typeface="微软雅黑" panose="020B0503020204020204" pitchFamily="34" charset="-122"/>
              </a:rPr>
              <a:t>如果你想要购买本课程</a:t>
            </a:r>
            <a:endParaRPr lang="en-US" altLang="zh-CN" sz="1800">
              <a:solidFill>
                <a:schemeClr val="bg1"/>
              </a:solidFill>
              <a:latin typeface="微软雅黑" panose="020B0503020204020204" pitchFamily="34" charset="-122"/>
              <a:ea typeface="微软雅黑" panose="020B0503020204020204" pitchFamily="34" charset="-122"/>
            </a:endParaRPr>
          </a:p>
          <a:p>
            <a:pPr>
              <a:lnSpc>
                <a:spcPct val="100000"/>
              </a:lnSpc>
            </a:pPr>
            <a:r>
              <a:rPr lang="zh-CN" altLang="en-US" sz="1800">
                <a:solidFill>
                  <a:schemeClr val="bg1"/>
                </a:solidFill>
                <a:latin typeface="微软雅黑" panose="020B0503020204020204" pitchFamily="34" charset="-122"/>
                <a:ea typeface="微软雅黑" panose="020B0503020204020204" pitchFamily="34" charset="-122"/>
              </a:rPr>
              <a:t>请微信联系 </a:t>
            </a:r>
            <a:r>
              <a:rPr lang="en-US" altLang="zh-CN" sz="1800">
                <a:solidFill>
                  <a:srgbClr val="FFFF00"/>
                </a:solidFill>
                <a:latin typeface="微软雅黑" panose="020B0503020204020204" pitchFamily="34" charset="-122"/>
                <a:ea typeface="微软雅黑" panose="020B0503020204020204" pitchFamily="34" charset="-122"/>
              </a:rPr>
              <a:t>xiedaimala02</a:t>
            </a:r>
            <a:r>
              <a:rPr lang="en-US" altLang="zh-CN" sz="1800">
                <a:solidFill>
                  <a:schemeClr val="bg1"/>
                </a:solidFill>
                <a:latin typeface="微软雅黑" panose="020B0503020204020204" pitchFamily="34" charset="-122"/>
                <a:ea typeface="微软雅黑" panose="020B0503020204020204" pitchFamily="34" charset="-122"/>
              </a:rPr>
              <a:t> </a:t>
            </a:r>
            <a:r>
              <a:rPr lang="zh-CN" altLang="en-US" sz="1800">
                <a:solidFill>
                  <a:schemeClr val="bg1"/>
                </a:solidFill>
                <a:latin typeface="微软雅黑" panose="020B0503020204020204" pitchFamily="34" charset="-122"/>
                <a:ea typeface="微软雅黑" panose="020B0503020204020204" pitchFamily="34" charset="-122"/>
              </a:rPr>
              <a:t>或 </a:t>
            </a:r>
            <a:r>
              <a:rPr lang="en-US" altLang="zh-CN" sz="1800">
                <a:solidFill>
                  <a:srgbClr val="FFFF00"/>
                </a:solidFill>
                <a:latin typeface="微软雅黑" panose="020B0503020204020204" pitchFamily="34" charset="-122"/>
                <a:ea typeface="微软雅黑" panose="020B0503020204020204" pitchFamily="34" charset="-122"/>
              </a:rPr>
              <a:t>xiedaimala03</a:t>
            </a:r>
          </a:p>
          <a:p>
            <a:pPr>
              <a:lnSpc>
                <a:spcPct val="100000"/>
              </a:lnSpc>
            </a:pPr>
            <a:endParaRPr lang="en-US" altLang="zh-CN" sz="1800">
              <a:solidFill>
                <a:schemeClr val="bg1"/>
              </a:solidFill>
              <a:latin typeface="微软雅黑" panose="020B0503020204020204" pitchFamily="34" charset="-122"/>
              <a:ea typeface="微软雅黑" panose="020B0503020204020204" pitchFamily="34" charset="-122"/>
            </a:endParaRPr>
          </a:p>
          <a:p>
            <a:pPr>
              <a:lnSpc>
                <a:spcPct val="100000"/>
              </a:lnSpc>
            </a:pPr>
            <a:r>
              <a:rPr lang="zh-CN" altLang="en-US" sz="1800">
                <a:solidFill>
                  <a:schemeClr val="bg1"/>
                </a:solidFill>
                <a:latin typeface="微软雅黑" panose="020B0503020204020204" pitchFamily="34" charset="-122"/>
                <a:ea typeface="微软雅黑" panose="020B0503020204020204" pitchFamily="34" charset="-122"/>
              </a:rPr>
              <a:t>如果你发现有人盗用本课程</a:t>
            </a:r>
            <a:endParaRPr lang="en-US" altLang="zh-CN" sz="1800">
              <a:solidFill>
                <a:schemeClr val="bg1"/>
              </a:solidFill>
              <a:latin typeface="微软雅黑" panose="020B0503020204020204" pitchFamily="34" charset="-122"/>
              <a:ea typeface="微软雅黑" panose="020B0503020204020204" pitchFamily="34" charset="-122"/>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800">
                <a:solidFill>
                  <a:schemeClr val="bg1"/>
                </a:solidFill>
                <a:latin typeface="微软雅黑" panose="020B0503020204020204" pitchFamily="34" charset="-122"/>
                <a:ea typeface="微软雅黑" panose="020B0503020204020204" pitchFamily="34" charset="-122"/>
              </a:rPr>
              <a:t>请微信联系 </a:t>
            </a:r>
            <a:r>
              <a:rPr lang="en-US" altLang="zh-CN" sz="1800">
                <a:solidFill>
                  <a:srgbClr val="FFFF00"/>
                </a:solidFill>
                <a:latin typeface="微软雅黑" panose="020B0503020204020204" pitchFamily="34" charset="-122"/>
                <a:ea typeface="微软雅黑" panose="020B0503020204020204" pitchFamily="34" charset="-122"/>
              </a:rPr>
              <a:t>xiedaimala02</a:t>
            </a:r>
            <a:r>
              <a:rPr lang="en-US" altLang="zh-CN" sz="1800">
                <a:solidFill>
                  <a:schemeClr val="bg1"/>
                </a:solidFill>
                <a:latin typeface="微软雅黑" panose="020B0503020204020204" pitchFamily="34" charset="-122"/>
                <a:ea typeface="微软雅黑" panose="020B0503020204020204" pitchFamily="34" charset="-122"/>
              </a:rPr>
              <a:t> </a:t>
            </a:r>
            <a:r>
              <a:rPr lang="zh-CN" altLang="en-US" sz="1800">
                <a:solidFill>
                  <a:schemeClr val="bg1"/>
                </a:solidFill>
                <a:latin typeface="微软雅黑" panose="020B0503020204020204" pitchFamily="34" charset="-122"/>
                <a:ea typeface="微软雅黑" panose="020B0503020204020204" pitchFamily="34" charset="-122"/>
              </a:rPr>
              <a:t>或 </a:t>
            </a:r>
            <a:r>
              <a:rPr lang="en-US" altLang="zh-CN" sz="1800">
                <a:solidFill>
                  <a:srgbClr val="FFFF00"/>
                </a:solidFill>
                <a:latin typeface="微软雅黑" panose="020B0503020204020204" pitchFamily="34" charset="-122"/>
                <a:ea typeface="微软雅黑" panose="020B0503020204020204" pitchFamily="34" charset="-122"/>
              </a:rPr>
              <a:t>xiedaimala03</a:t>
            </a:r>
          </a:p>
        </p:txBody>
      </p:sp>
      <p:sp>
        <p:nvSpPr>
          <p:cNvPr id="7" name="文本框 6"/>
          <p:cNvSpPr txBox="1"/>
          <p:nvPr/>
        </p:nvSpPr>
        <p:spPr>
          <a:xfrm>
            <a:off x="838200" y="286134"/>
            <a:ext cx="2646878" cy="830997"/>
          </a:xfrm>
          <a:prstGeom prst="rect">
            <a:avLst/>
          </a:prstGeom>
          <a:noFill/>
        </p:spPr>
        <p:txBody>
          <a:bodyPr wrap="none" rtlCol="0">
            <a:spAutoFit/>
          </a:bodyPr>
          <a:lstStyle/>
          <a:p>
            <a:r>
              <a:rPr lang="zh-CN" altLang="en-US" sz="4800">
                <a:solidFill>
                  <a:schemeClr val="bg1"/>
                </a:solidFill>
                <a:latin typeface="微软雅黑" panose="020B0503020204020204" pitchFamily="34" charset="-122"/>
                <a:ea typeface="微软雅黑" panose="020B0503020204020204" pitchFamily="34" charset="-122"/>
              </a:rPr>
              <a:t>版权声明</a:t>
            </a:r>
          </a:p>
        </p:txBody>
      </p:sp>
    </p:spTree>
    <p:extLst>
      <p:ext uri="{BB962C8B-B14F-4D97-AF65-F5344CB8AC3E}">
        <p14:creationId xmlns:p14="http://schemas.microsoft.com/office/powerpoint/2010/main" val="36692820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1_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3636750"/>
            <a:ext cx="10515600" cy="715581"/>
          </a:xfrm>
          <a:prstGeom prst="rect">
            <a:avLst/>
          </a:prstGeom>
        </p:spPr>
        <p:txBody>
          <a:bodyPr anchor="b">
            <a:spAutoFit/>
          </a:bodyPr>
          <a:lstStyle>
            <a:lvl1pPr>
              <a:defRPr sz="4500"/>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831851" y="4365000"/>
            <a:ext cx="10515600" cy="369332"/>
          </a:xfrm>
          <a:prstGeom prst="rect">
            <a:avLst/>
          </a:prstGeom>
        </p:spPr>
        <p:txBody>
          <a:bodyPr>
            <a:spAutoFit/>
          </a:bodyPr>
          <a:lstStyle>
            <a:lvl1pPr marL="0" indent="0">
              <a:buNone/>
              <a:defRPr sz="1800">
                <a:solidFill>
                  <a:schemeClr val="bg1">
                    <a:lumMod val="8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7" name="页脚占位符 9"/>
          <p:cNvSpPr>
            <a:spLocks noGrp="1"/>
          </p:cNvSpPr>
          <p:nvPr>
            <p:ph type="ftr" sz="quarter" idx="3"/>
          </p:nvPr>
        </p:nvSpPr>
        <p:spPr>
          <a:xfrm>
            <a:off x="11353799" y="6642000"/>
            <a:ext cx="838199" cy="216000"/>
          </a:xfrm>
          <a:prstGeom prst="rect">
            <a:avLst/>
          </a:prstGeom>
        </p:spPr>
        <p:txBody>
          <a:bodyPr vert="horz" wrap="none" lIns="0" tIns="0" rIns="72000" bIns="36000" rtlCol="0" anchor="b" anchorCtr="0"/>
          <a:lstStyle>
            <a:lvl1pPr algn="r">
              <a:defRPr sz="900">
                <a:solidFill>
                  <a:schemeClr val="bg1"/>
                </a:solidFill>
                <a:latin typeface="思源黑体" panose="020B0500000000000000" pitchFamily="34" charset="-122"/>
                <a:ea typeface="思源黑体" panose="020B0500000000000000" pitchFamily="34" charset="-122"/>
              </a:defRPr>
            </a:lvl1pPr>
          </a:lstStyle>
          <a:p>
            <a:endParaRPr lang="zh-CN" altLang="en-US"/>
          </a:p>
        </p:txBody>
      </p:sp>
      <p:sp>
        <p:nvSpPr>
          <p:cNvPr id="9" name="灯片编号占位符 3"/>
          <p:cNvSpPr>
            <a:spLocks noGrp="1"/>
          </p:cNvSpPr>
          <p:nvPr>
            <p:ph type="sldNum" sz="quarter" idx="4"/>
          </p:nvPr>
        </p:nvSpPr>
        <p:spPr>
          <a:xfrm>
            <a:off x="11353801" y="0"/>
            <a:ext cx="838200" cy="216000"/>
          </a:xfrm>
          <a:prstGeom prst="rect">
            <a:avLst/>
          </a:prstGeom>
        </p:spPr>
        <p:txBody>
          <a:bodyPr vert="horz" wrap="none" lIns="0" tIns="36000" rIns="72000" bIns="0" rtlCol="0" anchor="ctr"/>
          <a:lstStyle>
            <a:lvl1pPr algn="r">
              <a:defRPr sz="900">
                <a:solidFill>
                  <a:schemeClr val="bg1">
                    <a:lumMod val="85000"/>
                  </a:schemeClr>
                </a:solidFill>
                <a:latin typeface="思源黑体" panose="020B0500000000000000" pitchFamily="34" charset="-122"/>
                <a:ea typeface="思源黑体" panose="020B0500000000000000" pitchFamily="34" charset="-122"/>
              </a:defRPr>
            </a:lvl1pPr>
          </a:lstStyle>
          <a:p>
            <a:fld id="{1C71211B-FC85-4D01-81F5-233FD27A8BCC}" type="slidenum">
              <a:rPr lang="zh-CN" altLang="en-US" smtClean="0"/>
              <a:t>‹#›</a:t>
            </a:fld>
            <a:endParaRPr lang="zh-CN" altLang="en-US"/>
          </a:p>
        </p:txBody>
      </p:sp>
    </p:spTree>
    <p:extLst>
      <p:ext uri="{BB962C8B-B14F-4D97-AF65-F5344CB8AC3E}">
        <p14:creationId xmlns:p14="http://schemas.microsoft.com/office/powerpoint/2010/main" val="35655952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节标题">
    <p:spTree>
      <p:nvGrpSpPr>
        <p:cNvPr id="1" name=""/>
        <p:cNvGrpSpPr/>
        <p:nvPr/>
      </p:nvGrpSpPr>
      <p:grpSpPr>
        <a:xfrm>
          <a:off x="0" y="0"/>
          <a:ext cx="0" cy="0"/>
          <a:chOff x="0" y="0"/>
          <a:chExt cx="0" cy="0"/>
        </a:xfrm>
      </p:grpSpPr>
      <p:sp>
        <p:nvSpPr>
          <p:cNvPr id="7" name="内容占位符 2"/>
          <p:cNvSpPr>
            <a:spLocks noGrp="1"/>
          </p:cNvSpPr>
          <p:nvPr>
            <p:ph idx="13" hasCustomPrompt="1"/>
          </p:nvPr>
        </p:nvSpPr>
        <p:spPr>
          <a:xfrm>
            <a:off x="0" y="0"/>
            <a:ext cx="12192000" cy="6858000"/>
          </a:xfrm>
          <a:prstGeom prst="rect">
            <a:avLst/>
          </a:prstGeom>
        </p:spPr>
        <p:txBody>
          <a:bodyPr wrap="square">
            <a:noAutofit/>
          </a:bodyPr>
          <a:lstStyle>
            <a:lvl1pPr marL="0" indent="0" algn="ctr">
              <a:buNone/>
              <a:defRPr/>
            </a:lvl1pPr>
            <a:lvl2pPr marL="0" indent="0" algn="ctr">
              <a:buNone/>
              <a:defRPr/>
            </a:lvl2pPr>
            <a:lvl3pPr marL="0" indent="0" algn="ctr">
              <a:buNone/>
              <a:defRPr/>
            </a:lvl3pPr>
            <a:lvl4pPr marL="0" indent="0" algn="ctr">
              <a:buNone/>
              <a:defRPr/>
            </a:lvl4pPr>
            <a:lvl5pPr marL="0" indent="0" algn="ctr">
              <a:buNone/>
              <a:defRPr/>
            </a:lvl5pPr>
          </a:lstStyle>
          <a:p>
            <a:pPr lvl="0"/>
            <a:r>
              <a:rPr lang="zh-CN" altLang="en-US" dirty="0"/>
              <a:t>背景</a:t>
            </a:r>
          </a:p>
        </p:txBody>
      </p:sp>
      <p:sp>
        <p:nvSpPr>
          <p:cNvPr id="2" name="标题 1"/>
          <p:cNvSpPr>
            <a:spLocks noGrp="1"/>
          </p:cNvSpPr>
          <p:nvPr>
            <p:ph type="title"/>
          </p:nvPr>
        </p:nvSpPr>
        <p:spPr>
          <a:xfrm>
            <a:off x="831851" y="3636750"/>
            <a:ext cx="10515600" cy="715581"/>
          </a:xfrm>
          <a:prstGeom prst="rect">
            <a:avLst/>
          </a:prstGeom>
        </p:spPr>
        <p:txBody>
          <a:bodyPr anchor="b">
            <a:spAutoFit/>
          </a:bodyPr>
          <a:lstStyle>
            <a:lvl1pPr>
              <a:defRPr sz="4500"/>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831851" y="4365000"/>
            <a:ext cx="10515600" cy="369332"/>
          </a:xfrm>
          <a:prstGeom prst="rect">
            <a:avLst/>
          </a:prstGeom>
        </p:spPr>
        <p:txBody>
          <a:bodyPr>
            <a:spAutoFit/>
          </a:bodyPr>
          <a:lstStyle>
            <a:lvl1pPr marL="0" indent="0">
              <a:buNone/>
              <a:defRPr sz="1800">
                <a:solidFill>
                  <a:schemeClr val="bg1">
                    <a:lumMod val="8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8" name="页脚占位符 9"/>
          <p:cNvSpPr>
            <a:spLocks noGrp="1"/>
          </p:cNvSpPr>
          <p:nvPr>
            <p:ph type="ftr" sz="quarter" idx="3"/>
          </p:nvPr>
        </p:nvSpPr>
        <p:spPr>
          <a:xfrm>
            <a:off x="11353799" y="6642000"/>
            <a:ext cx="838199" cy="216000"/>
          </a:xfrm>
          <a:prstGeom prst="rect">
            <a:avLst/>
          </a:prstGeom>
        </p:spPr>
        <p:txBody>
          <a:bodyPr vert="horz" wrap="none" lIns="0" tIns="0" rIns="72000" bIns="36000" rtlCol="0" anchor="b" anchorCtr="0"/>
          <a:lstStyle>
            <a:lvl1pPr algn="r">
              <a:defRPr sz="900">
                <a:solidFill>
                  <a:schemeClr val="bg1"/>
                </a:solidFill>
                <a:latin typeface="思源黑体" panose="020B0500000000000000" pitchFamily="34" charset="-122"/>
                <a:ea typeface="思源黑体" panose="020B0500000000000000" pitchFamily="34" charset="-122"/>
              </a:defRPr>
            </a:lvl1pPr>
          </a:lstStyle>
          <a:p>
            <a:endParaRPr lang="zh-CN" altLang="en-US"/>
          </a:p>
        </p:txBody>
      </p:sp>
      <p:sp>
        <p:nvSpPr>
          <p:cNvPr id="10" name="灯片编号占位符 3"/>
          <p:cNvSpPr>
            <a:spLocks noGrp="1"/>
          </p:cNvSpPr>
          <p:nvPr>
            <p:ph type="sldNum" sz="quarter" idx="4"/>
          </p:nvPr>
        </p:nvSpPr>
        <p:spPr>
          <a:xfrm>
            <a:off x="11353801" y="0"/>
            <a:ext cx="838200" cy="216000"/>
          </a:xfrm>
          <a:prstGeom prst="rect">
            <a:avLst/>
          </a:prstGeom>
        </p:spPr>
        <p:txBody>
          <a:bodyPr vert="horz" wrap="none" lIns="0" tIns="36000" rIns="72000" bIns="0" rtlCol="0" anchor="ctr"/>
          <a:lstStyle>
            <a:lvl1pPr algn="r">
              <a:defRPr sz="900">
                <a:solidFill>
                  <a:schemeClr val="bg1">
                    <a:lumMod val="85000"/>
                  </a:schemeClr>
                </a:solidFill>
                <a:latin typeface="思源黑体" panose="020B0500000000000000" pitchFamily="34" charset="-122"/>
                <a:ea typeface="思源黑体" panose="020B0500000000000000" pitchFamily="34" charset="-122"/>
              </a:defRPr>
            </a:lvl1pPr>
          </a:lstStyle>
          <a:p>
            <a:fld id="{1C71211B-FC85-4D01-81F5-233FD27A8BCC}" type="slidenum">
              <a:rPr lang="zh-CN" altLang="en-US" smtClean="0"/>
              <a:t>‹#›</a:t>
            </a:fld>
            <a:endParaRPr lang="zh-CN" altLang="en-US"/>
          </a:p>
        </p:txBody>
      </p:sp>
    </p:spTree>
    <p:extLst>
      <p:ext uri="{BB962C8B-B14F-4D97-AF65-F5344CB8AC3E}">
        <p14:creationId xmlns:p14="http://schemas.microsoft.com/office/powerpoint/2010/main" val="25750231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0000"/>
            <a:ext cx="10515600" cy="757130"/>
          </a:xfrm>
          <a:prstGeom prst="rect">
            <a:avLst/>
          </a:prstGeom>
        </p:spPr>
        <p:txBody>
          <a:bodyPr>
            <a:spAutoFit/>
          </a:bodyPr>
          <a:lstStyle/>
          <a:p>
            <a:r>
              <a:rPr lang="zh-CN" altLang="en-US"/>
              <a:t>单击此处编辑母版标题样式</a:t>
            </a:r>
          </a:p>
        </p:txBody>
      </p:sp>
      <p:sp>
        <p:nvSpPr>
          <p:cNvPr id="6" name="页脚占位符 9"/>
          <p:cNvSpPr>
            <a:spLocks noGrp="1"/>
          </p:cNvSpPr>
          <p:nvPr>
            <p:ph type="ftr" sz="quarter" idx="3"/>
          </p:nvPr>
        </p:nvSpPr>
        <p:spPr>
          <a:xfrm>
            <a:off x="11353799" y="6642000"/>
            <a:ext cx="838199" cy="216000"/>
          </a:xfrm>
          <a:prstGeom prst="rect">
            <a:avLst/>
          </a:prstGeom>
        </p:spPr>
        <p:txBody>
          <a:bodyPr vert="horz" wrap="none" lIns="0" tIns="0" rIns="72000" bIns="36000" rtlCol="0" anchor="b" anchorCtr="0"/>
          <a:lstStyle>
            <a:lvl1pPr algn="r">
              <a:defRPr sz="900">
                <a:solidFill>
                  <a:schemeClr val="bg1"/>
                </a:solidFill>
                <a:latin typeface="思源黑体" panose="020B0500000000000000" pitchFamily="34" charset="-122"/>
                <a:ea typeface="思源黑体" panose="020B0500000000000000" pitchFamily="34" charset="-122"/>
              </a:defRPr>
            </a:lvl1pPr>
          </a:lstStyle>
          <a:p>
            <a:endParaRPr lang="zh-CN" altLang="en-US"/>
          </a:p>
        </p:txBody>
      </p:sp>
      <p:sp>
        <p:nvSpPr>
          <p:cNvPr id="8" name="灯片编号占位符 3"/>
          <p:cNvSpPr>
            <a:spLocks noGrp="1"/>
          </p:cNvSpPr>
          <p:nvPr>
            <p:ph type="sldNum" sz="quarter" idx="4"/>
          </p:nvPr>
        </p:nvSpPr>
        <p:spPr>
          <a:xfrm>
            <a:off x="11353801" y="0"/>
            <a:ext cx="838200" cy="216000"/>
          </a:xfrm>
          <a:prstGeom prst="rect">
            <a:avLst/>
          </a:prstGeom>
        </p:spPr>
        <p:txBody>
          <a:bodyPr vert="horz" wrap="none" lIns="0" tIns="36000" rIns="72000" bIns="0" rtlCol="0" anchor="ctr"/>
          <a:lstStyle>
            <a:lvl1pPr algn="r">
              <a:defRPr sz="900">
                <a:solidFill>
                  <a:schemeClr val="bg1">
                    <a:lumMod val="85000"/>
                  </a:schemeClr>
                </a:solidFill>
                <a:latin typeface="思源黑体" panose="020B0500000000000000" pitchFamily="34" charset="-122"/>
                <a:ea typeface="思源黑体" panose="020B0500000000000000" pitchFamily="34" charset="-122"/>
              </a:defRPr>
            </a:lvl1pPr>
          </a:lstStyle>
          <a:p>
            <a:fld id="{1C71211B-FC85-4D01-81F5-233FD27A8BCC}" type="slidenum">
              <a:rPr lang="zh-CN" altLang="en-US" smtClean="0"/>
              <a:t>‹#›</a:t>
            </a:fld>
            <a:endParaRPr lang="zh-CN" altLang="en-US"/>
          </a:p>
        </p:txBody>
      </p:sp>
    </p:spTree>
    <p:extLst>
      <p:ext uri="{BB962C8B-B14F-4D97-AF65-F5344CB8AC3E}">
        <p14:creationId xmlns:p14="http://schemas.microsoft.com/office/powerpoint/2010/main" val="19970444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空白">
    <p:spTree>
      <p:nvGrpSpPr>
        <p:cNvPr id="1" name=""/>
        <p:cNvGrpSpPr/>
        <p:nvPr/>
      </p:nvGrpSpPr>
      <p:grpSpPr>
        <a:xfrm>
          <a:off x="0" y="0"/>
          <a:ext cx="0" cy="0"/>
          <a:chOff x="0" y="0"/>
          <a:chExt cx="0" cy="0"/>
        </a:xfrm>
      </p:grpSpPr>
      <p:sp>
        <p:nvSpPr>
          <p:cNvPr id="6" name="页脚占位符 9"/>
          <p:cNvSpPr>
            <a:spLocks noGrp="1"/>
          </p:cNvSpPr>
          <p:nvPr>
            <p:ph type="ftr" sz="quarter" idx="3"/>
          </p:nvPr>
        </p:nvSpPr>
        <p:spPr>
          <a:xfrm>
            <a:off x="11353799" y="6642000"/>
            <a:ext cx="838199" cy="216000"/>
          </a:xfrm>
          <a:prstGeom prst="rect">
            <a:avLst/>
          </a:prstGeom>
        </p:spPr>
        <p:txBody>
          <a:bodyPr vert="horz" wrap="none" lIns="0" tIns="0" rIns="72000" bIns="36000" rtlCol="0" anchor="b" anchorCtr="0"/>
          <a:lstStyle>
            <a:lvl1pPr algn="r">
              <a:defRPr sz="900">
                <a:solidFill>
                  <a:schemeClr val="bg1"/>
                </a:solidFill>
                <a:latin typeface="思源黑体" panose="020B0500000000000000" pitchFamily="34" charset="-122"/>
                <a:ea typeface="思源黑体" panose="020B0500000000000000" pitchFamily="34" charset="-122"/>
              </a:defRPr>
            </a:lvl1pPr>
          </a:lstStyle>
          <a:p>
            <a:endParaRPr lang="zh-CN" altLang="en-US"/>
          </a:p>
        </p:txBody>
      </p:sp>
      <p:sp>
        <p:nvSpPr>
          <p:cNvPr id="8" name="灯片编号占位符 3"/>
          <p:cNvSpPr>
            <a:spLocks noGrp="1"/>
          </p:cNvSpPr>
          <p:nvPr>
            <p:ph type="sldNum" sz="quarter" idx="4"/>
          </p:nvPr>
        </p:nvSpPr>
        <p:spPr>
          <a:xfrm>
            <a:off x="11353801" y="0"/>
            <a:ext cx="838200" cy="216000"/>
          </a:xfrm>
          <a:prstGeom prst="rect">
            <a:avLst/>
          </a:prstGeom>
        </p:spPr>
        <p:txBody>
          <a:bodyPr vert="horz" wrap="none" lIns="0" tIns="36000" rIns="72000" bIns="0" rtlCol="0" anchor="ctr"/>
          <a:lstStyle>
            <a:lvl1pPr algn="r">
              <a:defRPr sz="900">
                <a:solidFill>
                  <a:schemeClr val="bg1">
                    <a:lumMod val="85000"/>
                  </a:schemeClr>
                </a:solidFill>
                <a:latin typeface="思源黑体" panose="020B0500000000000000" pitchFamily="34" charset="-122"/>
                <a:ea typeface="思源黑体" panose="020B0500000000000000" pitchFamily="34" charset="-122"/>
              </a:defRPr>
            </a:lvl1pPr>
          </a:lstStyle>
          <a:p>
            <a:fld id="{1C71211B-FC85-4D01-81F5-233FD27A8BCC}" type="slidenum">
              <a:rPr lang="zh-CN" altLang="en-US" smtClean="0"/>
              <a:t>‹#›</a:t>
            </a:fld>
            <a:endParaRPr lang="zh-CN" altLang="en-US"/>
          </a:p>
        </p:txBody>
      </p:sp>
    </p:spTree>
    <p:extLst>
      <p:ext uri="{BB962C8B-B14F-4D97-AF65-F5344CB8AC3E}">
        <p14:creationId xmlns:p14="http://schemas.microsoft.com/office/powerpoint/2010/main" val="32201517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838200" y="2692940"/>
            <a:ext cx="10515600" cy="757130"/>
          </a:xfrm>
          <a:prstGeom prst="rect">
            <a:avLst/>
          </a:prstGeom>
        </p:spPr>
        <p:txBody>
          <a:bodyPr wrap="square" anchor="b">
            <a:spAutoFit/>
          </a:bodyPr>
          <a:lstStyle>
            <a:lvl1pPr algn="ctr">
              <a:defRPr sz="4800">
                <a:solidFill>
                  <a:srgbClr val="2B4576"/>
                </a:solidFill>
              </a:defRPr>
            </a:lvl1pPr>
          </a:lstStyle>
          <a:p>
            <a:r>
              <a:rPr lang="zh-CN" altLang="en-US" dirty="0"/>
              <a:t>标题</a:t>
            </a:r>
          </a:p>
        </p:txBody>
      </p:sp>
      <p:sp>
        <p:nvSpPr>
          <p:cNvPr id="3" name="副标题 2"/>
          <p:cNvSpPr>
            <a:spLocks noGrp="1"/>
          </p:cNvSpPr>
          <p:nvPr>
            <p:ph type="subTitle" idx="1" hasCustomPrompt="1"/>
          </p:nvPr>
        </p:nvSpPr>
        <p:spPr>
          <a:xfrm>
            <a:off x="838200" y="3509546"/>
            <a:ext cx="10515600" cy="424732"/>
          </a:xfrm>
          <a:prstGeom prst="rect">
            <a:avLst/>
          </a:prstGeom>
        </p:spPr>
        <p:txBody>
          <a:bodyPr wrap="square">
            <a:spAutoFit/>
          </a:bodyPr>
          <a:lstStyle>
            <a:lvl1pPr marL="0" indent="0" algn="ctr">
              <a:buNone/>
              <a:defRPr sz="24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a:t>副标题</a:t>
            </a:r>
          </a:p>
        </p:txBody>
      </p:sp>
      <p:sp>
        <p:nvSpPr>
          <p:cNvPr id="7" name="灯片编号占位符 10"/>
          <p:cNvSpPr>
            <a:spLocks noGrp="1"/>
          </p:cNvSpPr>
          <p:nvPr>
            <p:ph type="sldNum" sz="quarter" idx="4"/>
          </p:nvPr>
        </p:nvSpPr>
        <p:spPr>
          <a:xfrm>
            <a:off x="11353800" y="0"/>
            <a:ext cx="838200" cy="216000"/>
          </a:xfrm>
          <a:prstGeom prst="rect">
            <a:avLst/>
          </a:prstGeom>
        </p:spPr>
        <p:txBody>
          <a:bodyPr vert="horz" wrap="none" lIns="0" tIns="36000" rIns="72000" bIns="0" rtlCol="0" anchor="t" anchorCtr="0"/>
          <a:lstStyle>
            <a:lvl1pPr algn="r">
              <a:defRPr sz="900">
                <a:solidFill>
                  <a:schemeClr val="tx1">
                    <a:tint val="75000"/>
                  </a:schemeClr>
                </a:solidFill>
                <a:latin typeface="思源黑体" panose="020B0500000000000000" pitchFamily="34" charset="-122"/>
                <a:ea typeface="思源黑体" panose="020B0500000000000000" pitchFamily="34" charset="-122"/>
              </a:defRPr>
            </a:lvl1pPr>
          </a:lstStyle>
          <a:p>
            <a:fld id="{AA6B6B8B-E38A-4C92-8797-81FA559B205F}" type="slidenum">
              <a:rPr lang="zh-CN" altLang="en-US" smtClean="0"/>
              <a:t>‹#›</a:t>
            </a:fld>
            <a:endParaRPr lang="zh-CN" altLang="en-US"/>
          </a:p>
        </p:txBody>
      </p:sp>
      <p:sp>
        <p:nvSpPr>
          <p:cNvPr id="8" name="页脚占位符 1"/>
          <p:cNvSpPr>
            <a:spLocks noGrp="1"/>
          </p:cNvSpPr>
          <p:nvPr>
            <p:ph type="ftr" sz="quarter" idx="3"/>
          </p:nvPr>
        </p:nvSpPr>
        <p:spPr>
          <a:xfrm>
            <a:off x="11353800" y="6642000"/>
            <a:ext cx="838200" cy="216000"/>
          </a:xfrm>
          <a:prstGeom prst="rect">
            <a:avLst/>
          </a:prstGeom>
        </p:spPr>
        <p:txBody>
          <a:bodyPr vert="horz" wrap="none" lIns="0" tIns="0" rIns="72000" bIns="36000" rtlCol="0" anchor="ctr"/>
          <a:lstStyle>
            <a:lvl1pPr algn="r">
              <a:defRPr sz="900">
                <a:solidFill>
                  <a:schemeClr val="tx1">
                    <a:tint val="75000"/>
                  </a:schemeClr>
                </a:solidFill>
                <a:latin typeface="思源黑体" panose="020B0500000000000000" pitchFamily="34" charset="-122"/>
                <a:ea typeface="思源黑体" panose="020B0500000000000000" pitchFamily="34" charset="-122"/>
              </a:defRPr>
            </a:lvl1pPr>
          </a:lstStyle>
          <a:p>
            <a:endParaRPr lang="zh-CN" altLang="en-US"/>
          </a:p>
        </p:txBody>
      </p:sp>
    </p:spTree>
    <p:extLst>
      <p:ext uri="{BB962C8B-B14F-4D97-AF65-F5344CB8AC3E}">
        <p14:creationId xmlns:p14="http://schemas.microsoft.com/office/powerpoint/2010/main" val="4071006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封面">
    <p:spTree>
      <p:nvGrpSpPr>
        <p:cNvPr id="1" name=""/>
        <p:cNvGrpSpPr/>
        <p:nvPr/>
      </p:nvGrpSpPr>
      <p:grpSpPr>
        <a:xfrm>
          <a:off x="0" y="0"/>
          <a:ext cx="0" cy="0"/>
          <a:chOff x="0" y="0"/>
          <a:chExt cx="0" cy="0"/>
        </a:xfrm>
      </p:grpSpPr>
      <p:sp>
        <p:nvSpPr>
          <p:cNvPr id="3" name="页脚占位符 2"/>
          <p:cNvSpPr>
            <a:spLocks noGrp="1"/>
          </p:cNvSpPr>
          <p:nvPr>
            <p:ph type="ftr" sz="quarter" idx="10"/>
          </p:nvPr>
        </p:nvSpPr>
        <p:spPr/>
        <p:txBody>
          <a:bodyPr/>
          <a:lstStyle>
            <a:lvl1pPr>
              <a:defRPr>
                <a:latin typeface="微软雅黑" panose="020B0503020204020204" pitchFamily="34" charset="-122"/>
                <a:ea typeface="微软雅黑" panose="020B0503020204020204" pitchFamily="34" charset="-122"/>
              </a:defRPr>
            </a:lvl1pPr>
          </a:lstStyle>
          <a:p>
            <a:endParaRPr lang="zh-CN" altLang="en-US"/>
          </a:p>
        </p:txBody>
      </p:sp>
      <p:sp>
        <p:nvSpPr>
          <p:cNvPr id="4" name="灯片编号占位符 3"/>
          <p:cNvSpPr>
            <a:spLocks noGrp="1"/>
          </p:cNvSpPr>
          <p:nvPr>
            <p:ph type="sldNum" sz="quarter" idx="11"/>
          </p:nvPr>
        </p:nvSpPr>
        <p:spPr/>
        <p:txBody>
          <a:bodyPr/>
          <a:lstStyle>
            <a:lvl1pPr>
              <a:defRPr>
                <a:latin typeface="微软雅黑" panose="020B0503020204020204" pitchFamily="34" charset="-122"/>
                <a:ea typeface="微软雅黑" panose="020B0503020204020204" pitchFamily="34" charset="-122"/>
              </a:defRPr>
            </a:lvl1pPr>
          </a:lstStyle>
          <a:p>
            <a:fld id="{1C71211B-FC85-4D01-81F5-233FD27A8BCC}" type="slidenum">
              <a:rPr lang="zh-CN" altLang="en-US" smtClean="0"/>
              <a:pPr/>
              <a:t>‹#›</a:t>
            </a:fld>
            <a:endParaRPr lang="zh-CN" altLang="en-US"/>
          </a:p>
        </p:txBody>
      </p:sp>
      <p:sp>
        <p:nvSpPr>
          <p:cNvPr id="5" name="文本框 4"/>
          <p:cNvSpPr txBox="1"/>
          <p:nvPr/>
        </p:nvSpPr>
        <p:spPr>
          <a:xfrm>
            <a:off x="838201" y="1545535"/>
            <a:ext cx="8332730" cy="3970318"/>
          </a:xfrm>
          <a:prstGeom prst="rect">
            <a:avLst/>
          </a:prstGeom>
          <a:noFill/>
        </p:spPr>
        <p:txBody>
          <a:bodyPr wrap="none" rtlCol="0">
            <a:spAutoFit/>
          </a:bodyPr>
          <a:lstStyle/>
          <a:p>
            <a:pPr>
              <a:lnSpc>
                <a:spcPct val="100000"/>
              </a:lnSpc>
            </a:pPr>
            <a:r>
              <a:rPr lang="zh-CN" altLang="en-US" sz="1800">
                <a:solidFill>
                  <a:srgbClr val="2B4576"/>
                </a:solidFill>
                <a:latin typeface="微软雅黑" panose="020B0503020204020204" pitchFamily="34" charset="-122"/>
                <a:ea typeface="微软雅黑" panose="020B0503020204020204" pitchFamily="34" charset="-122"/>
              </a:rPr>
              <a:t>本内容版权属</a:t>
            </a:r>
            <a:r>
              <a:rPr lang="zh-CN" altLang="en-US" sz="1800">
                <a:solidFill>
                  <a:srgbClr val="FF0000"/>
                </a:solidFill>
                <a:latin typeface="微软雅黑" panose="020B0503020204020204" pitchFamily="34" charset="-122"/>
                <a:ea typeface="微软雅黑" panose="020B0503020204020204" pitchFamily="34" charset="-122"/>
              </a:rPr>
              <a:t>杭州饥人谷教育科技有限公司</a:t>
            </a:r>
            <a:r>
              <a:rPr lang="zh-CN" altLang="en-US" sz="1800">
                <a:solidFill>
                  <a:srgbClr val="2B4576"/>
                </a:solidFill>
                <a:latin typeface="微软雅黑" panose="020B0503020204020204" pitchFamily="34" charset="-122"/>
                <a:ea typeface="微软雅黑" panose="020B0503020204020204" pitchFamily="34" charset="-122"/>
              </a:rPr>
              <a:t>（简称饥人谷）所有。</a:t>
            </a:r>
            <a:endParaRPr lang="en-US" altLang="zh-CN" sz="1800">
              <a:solidFill>
                <a:srgbClr val="2B4576"/>
              </a:solidFill>
              <a:latin typeface="微软雅黑" panose="020B0503020204020204" pitchFamily="34" charset="-122"/>
              <a:ea typeface="微软雅黑" panose="020B0503020204020204" pitchFamily="34" charset="-122"/>
            </a:endParaRPr>
          </a:p>
          <a:p>
            <a:pPr>
              <a:lnSpc>
                <a:spcPct val="100000"/>
              </a:lnSpc>
            </a:pPr>
            <a:endParaRPr lang="en-US" altLang="zh-CN" sz="1800">
              <a:solidFill>
                <a:srgbClr val="2B4576"/>
              </a:solidFill>
              <a:latin typeface="微软雅黑" panose="020B0503020204020204" pitchFamily="34" charset="-122"/>
              <a:ea typeface="微软雅黑" panose="020B0503020204020204" pitchFamily="34" charset="-122"/>
            </a:endParaRPr>
          </a:p>
          <a:p>
            <a:pPr>
              <a:lnSpc>
                <a:spcPct val="100000"/>
              </a:lnSpc>
            </a:pPr>
            <a:r>
              <a:rPr lang="zh-CN" altLang="en-US" sz="1800">
                <a:solidFill>
                  <a:srgbClr val="2B4576"/>
                </a:solidFill>
                <a:latin typeface="微软雅黑" panose="020B0503020204020204" pitchFamily="34" charset="-122"/>
                <a:ea typeface="微软雅黑" panose="020B0503020204020204" pitchFamily="34" charset="-122"/>
              </a:rPr>
              <a:t>任何媒体、网站或个人未经本网协议授权不得转载、链接、转贴，</a:t>
            </a:r>
            <a:endParaRPr lang="en-US" altLang="zh-CN" sz="1800">
              <a:solidFill>
                <a:srgbClr val="2B4576"/>
              </a:solidFill>
              <a:latin typeface="微软雅黑" panose="020B0503020204020204" pitchFamily="34" charset="-122"/>
              <a:ea typeface="微软雅黑" panose="020B0503020204020204" pitchFamily="34" charset="-122"/>
            </a:endParaRPr>
          </a:p>
          <a:p>
            <a:pPr>
              <a:lnSpc>
                <a:spcPct val="100000"/>
              </a:lnSpc>
            </a:pPr>
            <a:r>
              <a:rPr lang="zh-CN" altLang="en-US" sz="1800">
                <a:solidFill>
                  <a:srgbClr val="2B4576"/>
                </a:solidFill>
                <a:latin typeface="微软雅黑" panose="020B0503020204020204" pitchFamily="34" charset="-122"/>
                <a:ea typeface="微软雅黑" panose="020B0503020204020204" pitchFamily="34" charset="-122"/>
              </a:rPr>
              <a:t>或以其他方式复制、发布和发表。</a:t>
            </a:r>
            <a:endParaRPr lang="en-US" altLang="zh-CN" sz="1800">
              <a:solidFill>
                <a:srgbClr val="2B4576"/>
              </a:solidFill>
              <a:latin typeface="微软雅黑" panose="020B0503020204020204" pitchFamily="34" charset="-122"/>
              <a:ea typeface="微软雅黑" panose="020B0503020204020204" pitchFamily="34" charset="-122"/>
            </a:endParaRPr>
          </a:p>
          <a:p>
            <a:pPr>
              <a:lnSpc>
                <a:spcPct val="100000"/>
              </a:lnSpc>
            </a:pPr>
            <a:endParaRPr lang="en-US" altLang="zh-CN" sz="1800">
              <a:solidFill>
                <a:srgbClr val="2B4576"/>
              </a:solidFill>
              <a:latin typeface="微软雅黑" panose="020B0503020204020204" pitchFamily="34" charset="-122"/>
              <a:ea typeface="微软雅黑" panose="020B0503020204020204" pitchFamily="34" charset="-122"/>
            </a:endParaRPr>
          </a:p>
          <a:p>
            <a:pPr>
              <a:lnSpc>
                <a:spcPct val="100000"/>
              </a:lnSpc>
            </a:pPr>
            <a:r>
              <a:rPr lang="zh-CN" altLang="en-US" sz="1800">
                <a:solidFill>
                  <a:srgbClr val="2B4576"/>
                </a:solidFill>
                <a:latin typeface="微软雅黑" panose="020B0503020204020204" pitchFamily="34" charset="-122"/>
                <a:ea typeface="微软雅黑" panose="020B0503020204020204" pitchFamily="34" charset="-122"/>
              </a:rPr>
              <a:t>已获得饥人谷授权的媒体、网站或个人在使用时须注明「资料来源：饥人谷」 。</a:t>
            </a:r>
            <a:endParaRPr lang="en-US" altLang="zh-CN" sz="1800">
              <a:solidFill>
                <a:srgbClr val="2B4576"/>
              </a:solidFill>
              <a:latin typeface="微软雅黑" panose="020B0503020204020204" pitchFamily="34" charset="-122"/>
              <a:ea typeface="微软雅黑" panose="020B0503020204020204" pitchFamily="34" charset="-122"/>
            </a:endParaRPr>
          </a:p>
          <a:p>
            <a:pPr>
              <a:lnSpc>
                <a:spcPct val="100000"/>
              </a:lnSpc>
            </a:pPr>
            <a:endParaRPr lang="en-US" altLang="zh-CN" sz="1800">
              <a:solidFill>
                <a:srgbClr val="2B4576"/>
              </a:solidFill>
              <a:latin typeface="微软雅黑" panose="020B0503020204020204" pitchFamily="34" charset="-122"/>
              <a:ea typeface="微软雅黑" panose="020B0503020204020204" pitchFamily="34" charset="-122"/>
            </a:endParaRPr>
          </a:p>
          <a:p>
            <a:pPr>
              <a:lnSpc>
                <a:spcPct val="100000"/>
              </a:lnSpc>
            </a:pPr>
            <a:r>
              <a:rPr lang="zh-CN" altLang="en-US" sz="1800">
                <a:solidFill>
                  <a:srgbClr val="2B4576"/>
                </a:solidFill>
                <a:latin typeface="微软雅黑" panose="020B0503020204020204" pitchFamily="34" charset="-122"/>
                <a:ea typeface="微软雅黑" panose="020B0503020204020204" pitchFamily="34" charset="-122"/>
              </a:rPr>
              <a:t>对于违反者，饥人谷将依法追究责任。</a:t>
            </a:r>
            <a:endParaRPr lang="en-US" altLang="zh-CN" sz="1800">
              <a:solidFill>
                <a:srgbClr val="2B4576"/>
              </a:solidFill>
              <a:latin typeface="微软雅黑" panose="020B0503020204020204" pitchFamily="34" charset="-122"/>
              <a:ea typeface="微软雅黑" panose="020B0503020204020204" pitchFamily="34" charset="-122"/>
            </a:endParaRPr>
          </a:p>
          <a:p>
            <a:pPr>
              <a:lnSpc>
                <a:spcPct val="100000"/>
              </a:lnSpc>
            </a:pPr>
            <a:endParaRPr lang="en-US" altLang="zh-CN" sz="1800">
              <a:solidFill>
                <a:srgbClr val="2B4576"/>
              </a:solidFill>
              <a:latin typeface="微软雅黑" panose="020B0503020204020204" pitchFamily="34" charset="-122"/>
              <a:ea typeface="微软雅黑" panose="020B0503020204020204" pitchFamily="34" charset="-122"/>
            </a:endParaRPr>
          </a:p>
          <a:p>
            <a:pPr>
              <a:lnSpc>
                <a:spcPct val="100000"/>
              </a:lnSpc>
            </a:pPr>
            <a:r>
              <a:rPr lang="zh-CN" altLang="en-US" sz="1800">
                <a:solidFill>
                  <a:srgbClr val="2B4576"/>
                </a:solidFill>
                <a:latin typeface="微软雅黑" panose="020B0503020204020204" pitchFamily="34" charset="-122"/>
                <a:ea typeface="微软雅黑" panose="020B0503020204020204" pitchFamily="34" charset="-122"/>
              </a:rPr>
              <a:t>如果你想要购买本课程</a:t>
            </a:r>
            <a:endParaRPr lang="en-US" altLang="zh-CN" sz="1800">
              <a:solidFill>
                <a:srgbClr val="2B4576"/>
              </a:solidFill>
              <a:latin typeface="微软雅黑" panose="020B0503020204020204" pitchFamily="34" charset="-122"/>
              <a:ea typeface="微软雅黑" panose="020B0503020204020204" pitchFamily="34" charset="-122"/>
            </a:endParaRPr>
          </a:p>
          <a:p>
            <a:pPr>
              <a:lnSpc>
                <a:spcPct val="100000"/>
              </a:lnSpc>
            </a:pPr>
            <a:r>
              <a:rPr lang="zh-CN" altLang="en-US" sz="1800">
                <a:solidFill>
                  <a:srgbClr val="2B4576"/>
                </a:solidFill>
                <a:latin typeface="微软雅黑" panose="020B0503020204020204" pitchFamily="34" charset="-122"/>
                <a:ea typeface="微软雅黑" panose="020B0503020204020204" pitchFamily="34" charset="-122"/>
              </a:rPr>
              <a:t>请微信联系 </a:t>
            </a:r>
            <a:r>
              <a:rPr lang="en-US" altLang="zh-CN" sz="1800">
                <a:solidFill>
                  <a:srgbClr val="FF0000"/>
                </a:solidFill>
                <a:latin typeface="微软雅黑" panose="020B0503020204020204" pitchFamily="34" charset="-122"/>
                <a:ea typeface="微软雅黑" panose="020B0503020204020204" pitchFamily="34" charset="-122"/>
              </a:rPr>
              <a:t>xiedaimala02</a:t>
            </a:r>
            <a:r>
              <a:rPr lang="en-US" altLang="zh-CN" sz="1800">
                <a:solidFill>
                  <a:srgbClr val="2B4576"/>
                </a:solidFill>
                <a:latin typeface="微软雅黑" panose="020B0503020204020204" pitchFamily="34" charset="-122"/>
                <a:ea typeface="微软雅黑" panose="020B0503020204020204" pitchFamily="34" charset="-122"/>
              </a:rPr>
              <a:t> </a:t>
            </a:r>
            <a:r>
              <a:rPr lang="zh-CN" altLang="en-US" sz="1800">
                <a:solidFill>
                  <a:srgbClr val="2B4576"/>
                </a:solidFill>
                <a:latin typeface="微软雅黑" panose="020B0503020204020204" pitchFamily="34" charset="-122"/>
                <a:ea typeface="微软雅黑" panose="020B0503020204020204" pitchFamily="34" charset="-122"/>
              </a:rPr>
              <a:t>或 </a:t>
            </a:r>
            <a:r>
              <a:rPr lang="en-US" altLang="zh-CN" sz="1800">
                <a:solidFill>
                  <a:srgbClr val="FF0000"/>
                </a:solidFill>
                <a:latin typeface="微软雅黑" panose="020B0503020204020204" pitchFamily="34" charset="-122"/>
                <a:ea typeface="微软雅黑" panose="020B0503020204020204" pitchFamily="34" charset="-122"/>
              </a:rPr>
              <a:t>xiedaimala03</a:t>
            </a:r>
          </a:p>
          <a:p>
            <a:pPr>
              <a:lnSpc>
                <a:spcPct val="100000"/>
              </a:lnSpc>
            </a:pPr>
            <a:endParaRPr lang="en-US" altLang="zh-CN" sz="1800">
              <a:solidFill>
                <a:srgbClr val="2B4576"/>
              </a:solidFill>
              <a:latin typeface="微软雅黑" panose="020B0503020204020204" pitchFamily="34" charset="-122"/>
              <a:ea typeface="微软雅黑" panose="020B0503020204020204" pitchFamily="34" charset="-122"/>
            </a:endParaRPr>
          </a:p>
          <a:p>
            <a:pPr>
              <a:lnSpc>
                <a:spcPct val="100000"/>
              </a:lnSpc>
            </a:pPr>
            <a:r>
              <a:rPr lang="zh-CN" altLang="en-US" sz="1800">
                <a:solidFill>
                  <a:srgbClr val="2B4576"/>
                </a:solidFill>
                <a:latin typeface="微软雅黑" panose="020B0503020204020204" pitchFamily="34" charset="-122"/>
                <a:ea typeface="微软雅黑" panose="020B0503020204020204" pitchFamily="34" charset="-122"/>
              </a:rPr>
              <a:t>如果你发现有人盗用本课程</a:t>
            </a:r>
            <a:endParaRPr lang="en-US" altLang="zh-CN" sz="1800">
              <a:solidFill>
                <a:srgbClr val="2B4576"/>
              </a:solidFill>
              <a:latin typeface="微软雅黑" panose="020B0503020204020204" pitchFamily="34" charset="-122"/>
              <a:ea typeface="微软雅黑" panose="020B0503020204020204" pitchFamily="34" charset="-122"/>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800">
                <a:solidFill>
                  <a:srgbClr val="2B4576"/>
                </a:solidFill>
                <a:latin typeface="微软雅黑" panose="020B0503020204020204" pitchFamily="34" charset="-122"/>
                <a:ea typeface="微软雅黑" panose="020B0503020204020204" pitchFamily="34" charset="-122"/>
              </a:rPr>
              <a:t>请微信联系 </a:t>
            </a:r>
            <a:r>
              <a:rPr lang="en-US" altLang="zh-CN" sz="1800">
                <a:solidFill>
                  <a:srgbClr val="FF0000"/>
                </a:solidFill>
                <a:latin typeface="微软雅黑" panose="020B0503020204020204" pitchFamily="34" charset="-122"/>
                <a:ea typeface="微软雅黑" panose="020B0503020204020204" pitchFamily="34" charset="-122"/>
              </a:rPr>
              <a:t>xiedaimala02</a:t>
            </a:r>
            <a:r>
              <a:rPr lang="en-US" altLang="zh-CN" sz="1800">
                <a:solidFill>
                  <a:srgbClr val="2B4576"/>
                </a:solidFill>
                <a:latin typeface="微软雅黑" panose="020B0503020204020204" pitchFamily="34" charset="-122"/>
                <a:ea typeface="微软雅黑" panose="020B0503020204020204" pitchFamily="34" charset="-122"/>
              </a:rPr>
              <a:t> </a:t>
            </a:r>
            <a:r>
              <a:rPr lang="zh-CN" altLang="en-US" sz="1800">
                <a:solidFill>
                  <a:srgbClr val="2B4576"/>
                </a:solidFill>
                <a:latin typeface="微软雅黑" panose="020B0503020204020204" pitchFamily="34" charset="-122"/>
                <a:ea typeface="微软雅黑" panose="020B0503020204020204" pitchFamily="34" charset="-122"/>
              </a:rPr>
              <a:t>或 </a:t>
            </a:r>
            <a:r>
              <a:rPr lang="en-US" altLang="zh-CN" sz="1800">
                <a:solidFill>
                  <a:srgbClr val="FF0000"/>
                </a:solidFill>
                <a:latin typeface="微软雅黑" panose="020B0503020204020204" pitchFamily="34" charset="-122"/>
                <a:ea typeface="微软雅黑" panose="020B0503020204020204" pitchFamily="34" charset="-122"/>
              </a:rPr>
              <a:t>xiedaimala03</a:t>
            </a:r>
          </a:p>
        </p:txBody>
      </p:sp>
      <p:sp>
        <p:nvSpPr>
          <p:cNvPr id="7" name="文本框 6"/>
          <p:cNvSpPr txBox="1"/>
          <p:nvPr/>
        </p:nvSpPr>
        <p:spPr>
          <a:xfrm>
            <a:off x="838200" y="286134"/>
            <a:ext cx="2646878" cy="830997"/>
          </a:xfrm>
          <a:prstGeom prst="rect">
            <a:avLst/>
          </a:prstGeom>
          <a:noFill/>
        </p:spPr>
        <p:txBody>
          <a:bodyPr wrap="none" rtlCol="0">
            <a:spAutoFit/>
          </a:bodyPr>
          <a:lstStyle/>
          <a:p>
            <a:r>
              <a:rPr lang="zh-CN" altLang="en-US" sz="4800">
                <a:solidFill>
                  <a:srgbClr val="2B4576"/>
                </a:solidFill>
                <a:latin typeface="微软雅黑" panose="020B0503020204020204" pitchFamily="34" charset="-122"/>
                <a:ea typeface="微软雅黑" panose="020B0503020204020204" pitchFamily="34" charset="-122"/>
              </a:rPr>
              <a:t>版权声明</a:t>
            </a:r>
          </a:p>
        </p:txBody>
      </p:sp>
    </p:spTree>
    <p:extLst>
      <p:ext uri="{BB962C8B-B14F-4D97-AF65-F5344CB8AC3E}">
        <p14:creationId xmlns:p14="http://schemas.microsoft.com/office/powerpoint/2010/main" val="25041785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标题和代码">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360000"/>
            <a:ext cx="10515600" cy="757130"/>
          </a:xfrm>
          <a:prstGeom prst="rect">
            <a:avLst/>
          </a:prstGeom>
        </p:spPr>
        <p:txBody>
          <a:bodyPr>
            <a:spAutoFit/>
          </a:bodyPr>
          <a:lstStyle/>
          <a:p>
            <a:r>
              <a:rPr lang="zh-CN" altLang="en-US"/>
              <a:t>代码</a:t>
            </a:r>
            <a:endParaRPr lang="zh-CN" altLang="en-US" dirty="0"/>
          </a:p>
        </p:txBody>
      </p:sp>
      <p:sp>
        <p:nvSpPr>
          <p:cNvPr id="3" name="内容占位符 2"/>
          <p:cNvSpPr>
            <a:spLocks noGrp="1"/>
          </p:cNvSpPr>
          <p:nvPr>
            <p:ph idx="1" hasCustomPrompt="1"/>
          </p:nvPr>
        </p:nvSpPr>
        <p:spPr>
          <a:xfrm>
            <a:off x="838200" y="1260000"/>
            <a:ext cx="10515600" cy="5382000"/>
          </a:xfrm>
          <a:prstGeom prst="rect">
            <a:avLst/>
          </a:prstGeom>
        </p:spPr>
        <p:txBody>
          <a:bodyPr>
            <a:normAutofit/>
          </a:bodyPr>
          <a:lstStyle>
            <a:lvl1pPr>
              <a:defRPr lang="zh-CN" altLang="en-US" dirty="0" smtClean="0"/>
            </a:lvl1pPr>
            <a:lvl2pPr marL="0" indent="0">
              <a:buNone/>
              <a:defRPr lang="zh-CN" altLang="en-US" sz="2000" dirty="0" smtClean="0">
                <a:latin typeface="Consolas" panose="020B0609020204030204" pitchFamily="49" charset="0"/>
              </a:defRPr>
            </a:lvl2pPr>
            <a:lvl3pPr>
              <a:defRPr lang="zh-CN" altLang="en-US" dirty="0" smtClean="0"/>
            </a:lvl3pPr>
            <a:lvl4pPr>
              <a:defRPr lang="zh-CN" altLang="en-US" dirty="0" smtClean="0"/>
            </a:lvl4pPr>
            <a:lvl5pPr>
              <a:defRPr lang="zh-CN" altLang="en-US" dirty="0"/>
            </a:lvl5pPr>
          </a:lstStyle>
          <a:p>
            <a:pPr lvl="1"/>
            <a:r>
              <a:rPr lang="en-US" altLang="zh-CN"/>
              <a:t>print("hi")</a:t>
            </a:r>
            <a:endParaRPr lang="zh-CN" altLang="en-US" dirty="0"/>
          </a:p>
        </p:txBody>
      </p:sp>
      <p:sp>
        <p:nvSpPr>
          <p:cNvPr id="7" name="页脚占位符 9"/>
          <p:cNvSpPr>
            <a:spLocks noGrp="1"/>
          </p:cNvSpPr>
          <p:nvPr>
            <p:ph type="ftr" sz="quarter" idx="3"/>
          </p:nvPr>
        </p:nvSpPr>
        <p:spPr>
          <a:xfrm>
            <a:off x="11353799" y="6642000"/>
            <a:ext cx="838199" cy="216000"/>
          </a:xfrm>
          <a:prstGeom prst="rect">
            <a:avLst/>
          </a:prstGeom>
        </p:spPr>
        <p:txBody>
          <a:bodyPr vert="horz" wrap="none" lIns="0" tIns="0" rIns="72000" bIns="36000" rtlCol="0" anchor="b" anchorCtr="0"/>
          <a:lstStyle>
            <a:lvl1pPr algn="r">
              <a:defRPr sz="900">
                <a:solidFill>
                  <a:schemeClr val="bg1"/>
                </a:solidFill>
                <a:latin typeface="思源黑体" panose="020B0500000000000000" pitchFamily="34" charset="-122"/>
                <a:ea typeface="思源黑体" panose="020B0500000000000000" pitchFamily="34" charset="-122"/>
              </a:defRPr>
            </a:lvl1pPr>
          </a:lstStyle>
          <a:p>
            <a:endParaRPr lang="zh-CN" altLang="en-US"/>
          </a:p>
        </p:txBody>
      </p:sp>
      <p:sp>
        <p:nvSpPr>
          <p:cNvPr id="9" name="灯片编号占位符 3"/>
          <p:cNvSpPr>
            <a:spLocks noGrp="1"/>
          </p:cNvSpPr>
          <p:nvPr>
            <p:ph type="sldNum" sz="quarter" idx="4"/>
          </p:nvPr>
        </p:nvSpPr>
        <p:spPr>
          <a:xfrm>
            <a:off x="11353801" y="0"/>
            <a:ext cx="838200" cy="216000"/>
          </a:xfrm>
          <a:prstGeom prst="rect">
            <a:avLst/>
          </a:prstGeom>
        </p:spPr>
        <p:txBody>
          <a:bodyPr vert="horz" wrap="none" lIns="0" tIns="36000" rIns="72000" bIns="0" rtlCol="0" anchor="ctr"/>
          <a:lstStyle>
            <a:lvl1pPr algn="r">
              <a:defRPr sz="900">
                <a:solidFill>
                  <a:schemeClr val="bg1">
                    <a:lumMod val="85000"/>
                  </a:schemeClr>
                </a:solidFill>
                <a:latin typeface="思源黑体" panose="020B0500000000000000" pitchFamily="34" charset="-122"/>
                <a:ea typeface="思源黑体" panose="020B0500000000000000" pitchFamily="34" charset="-122"/>
              </a:defRPr>
            </a:lvl1pPr>
          </a:lstStyle>
          <a:p>
            <a:fld id="{1C71211B-FC85-4D01-81F5-233FD27A8BCC}" type="slidenum">
              <a:rPr lang="zh-CN" altLang="en-US" smtClean="0"/>
              <a:t>‹#›</a:t>
            </a:fld>
            <a:endParaRPr lang="zh-CN" altLang="en-US"/>
          </a:p>
        </p:txBody>
      </p:sp>
    </p:spTree>
    <p:extLst>
      <p:ext uri="{BB962C8B-B14F-4D97-AF65-F5344CB8AC3E}">
        <p14:creationId xmlns:p14="http://schemas.microsoft.com/office/powerpoint/2010/main" val="1420219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0000"/>
            <a:ext cx="10515600" cy="757130"/>
          </a:xfrm>
          <a:prstGeom prst="rect">
            <a:avLst/>
          </a:prstGeom>
        </p:spPr>
        <p:txBody>
          <a:bodyPr>
            <a:spAutoFit/>
          </a:bodyPr>
          <a:lstStyle/>
          <a:p>
            <a:r>
              <a:rPr lang="zh-CN" altLang="en-US"/>
              <a:t>单击此处编辑母版标题样式</a:t>
            </a:r>
            <a:endParaRPr lang="zh-CN" altLang="en-US" dirty="0"/>
          </a:p>
        </p:txBody>
      </p:sp>
      <p:sp>
        <p:nvSpPr>
          <p:cNvPr id="3" name="内容占位符 2"/>
          <p:cNvSpPr>
            <a:spLocks noGrp="1"/>
          </p:cNvSpPr>
          <p:nvPr>
            <p:ph idx="1"/>
          </p:nvPr>
        </p:nvSpPr>
        <p:spPr>
          <a:xfrm>
            <a:off x="838200" y="1260000"/>
            <a:ext cx="10515600" cy="5382000"/>
          </a:xfrm>
          <a:prstGeom prst="rect">
            <a:avLst/>
          </a:prstGeom>
        </p:spPr>
        <p:txBody>
          <a:bodyPr>
            <a:normAutofit/>
          </a:bodyPr>
          <a:lstStyle>
            <a:lvl1pPr>
              <a:defRPr lang="zh-CN" altLang="en-US" dirty="0" smtClean="0"/>
            </a:lvl1pPr>
            <a:lvl2pPr>
              <a:buSzPct val="100000"/>
              <a:defRPr lang="zh-CN" altLang="en-US" dirty="0" smtClean="0"/>
            </a:lvl2pPr>
            <a:lvl3pPr>
              <a:defRPr lang="zh-CN" altLang="en-US" dirty="0" smtClean="0"/>
            </a:lvl3pPr>
            <a:lvl4pPr>
              <a:defRPr lang="zh-CN" altLang="en-US" dirty="0" smtClean="0"/>
            </a:lvl4pPr>
            <a:lvl5pPr>
              <a:defRPr lang="zh-CN" altLang="en-US" dirty="0"/>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9" name="灯片编号占位符 10"/>
          <p:cNvSpPr>
            <a:spLocks noGrp="1"/>
          </p:cNvSpPr>
          <p:nvPr>
            <p:ph type="sldNum" sz="quarter" idx="4"/>
          </p:nvPr>
        </p:nvSpPr>
        <p:spPr>
          <a:xfrm>
            <a:off x="11353800" y="0"/>
            <a:ext cx="838200" cy="216000"/>
          </a:xfrm>
          <a:prstGeom prst="rect">
            <a:avLst/>
          </a:prstGeom>
        </p:spPr>
        <p:txBody>
          <a:bodyPr vert="horz" wrap="none" lIns="0" tIns="36000" rIns="72000" bIns="0" rtlCol="0" anchor="t" anchorCtr="0"/>
          <a:lstStyle>
            <a:lvl1pPr algn="r">
              <a:defRPr sz="900">
                <a:solidFill>
                  <a:schemeClr val="tx1">
                    <a:tint val="75000"/>
                  </a:schemeClr>
                </a:solidFill>
                <a:latin typeface="思源黑体" panose="020B0500000000000000" pitchFamily="34" charset="-122"/>
                <a:ea typeface="思源黑体" panose="020B0500000000000000" pitchFamily="34" charset="-122"/>
              </a:defRPr>
            </a:lvl1pPr>
          </a:lstStyle>
          <a:p>
            <a:fld id="{AA6B6B8B-E38A-4C92-8797-81FA559B205F}" type="slidenum">
              <a:rPr lang="zh-CN" altLang="en-US" smtClean="0"/>
              <a:t>‹#›</a:t>
            </a:fld>
            <a:endParaRPr lang="zh-CN" altLang="en-US"/>
          </a:p>
        </p:txBody>
      </p:sp>
      <p:sp>
        <p:nvSpPr>
          <p:cNvPr id="10" name="页脚占位符 1"/>
          <p:cNvSpPr>
            <a:spLocks noGrp="1"/>
          </p:cNvSpPr>
          <p:nvPr>
            <p:ph type="ftr" sz="quarter" idx="3"/>
          </p:nvPr>
        </p:nvSpPr>
        <p:spPr>
          <a:xfrm>
            <a:off x="11353800" y="6642000"/>
            <a:ext cx="838200" cy="216000"/>
          </a:xfrm>
          <a:prstGeom prst="rect">
            <a:avLst/>
          </a:prstGeom>
        </p:spPr>
        <p:txBody>
          <a:bodyPr vert="horz" wrap="none" lIns="0" tIns="0" rIns="72000" bIns="36000" rtlCol="0" anchor="ctr"/>
          <a:lstStyle>
            <a:lvl1pPr algn="r">
              <a:defRPr sz="900">
                <a:solidFill>
                  <a:schemeClr val="tx1">
                    <a:tint val="75000"/>
                  </a:schemeClr>
                </a:solidFill>
                <a:latin typeface="思源黑体" panose="020B0500000000000000" pitchFamily="34" charset="-122"/>
                <a:ea typeface="思源黑体" panose="020B0500000000000000" pitchFamily="34" charset="-122"/>
              </a:defRPr>
            </a:lvl1pPr>
          </a:lstStyle>
          <a:p>
            <a:endParaRPr lang="zh-CN" altLang="en-US"/>
          </a:p>
        </p:txBody>
      </p:sp>
    </p:spTree>
    <p:extLst>
      <p:ext uri="{BB962C8B-B14F-4D97-AF65-F5344CB8AC3E}">
        <p14:creationId xmlns:p14="http://schemas.microsoft.com/office/powerpoint/2010/main" val="38391756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节标题">
    <p:spTree>
      <p:nvGrpSpPr>
        <p:cNvPr id="1" name=""/>
        <p:cNvGrpSpPr/>
        <p:nvPr/>
      </p:nvGrpSpPr>
      <p:grpSpPr>
        <a:xfrm>
          <a:off x="0" y="0"/>
          <a:ext cx="0" cy="0"/>
          <a:chOff x="0" y="0"/>
          <a:chExt cx="0" cy="0"/>
        </a:xfrm>
      </p:grpSpPr>
      <p:sp>
        <p:nvSpPr>
          <p:cNvPr id="8" name="内容占位符 2"/>
          <p:cNvSpPr>
            <a:spLocks noGrp="1"/>
          </p:cNvSpPr>
          <p:nvPr>
            <p:ph idx="13"/>
          </p:nvPr>
        </p:nvSpPr>
        <p:spPr>
          <a:xfrm>
            <a:off x="0" y="3"/>
            <a:ext cx="12192000" cy="6857999"/>
          </a:xfrm>
          <a:prstGeom prst="rect">
            <a:avLst/>
          </a:prstGeom>
        </p:spPr>
        <p:txBody>
          <a:bodyPr wrap="square" anchor="t">
            <a:noAutofit/>
          </a:bodyPr>
          <a:lstStyle>
            <a:lvl1pPr marL="0" indent="0" algn="ctr">
              <a:buNone/>
              <a:defRPr/>
            </a:lvl1pPr>
          </a:lstStyle>
          <a:p>
            <a:pPr lvl="0"/>
            <a:r>
              <a:rPr lang="zh-CN" altLang="en-US"/>
              <a:t>编辑母版文本样式</a:t>
            </a:r>
          </a:p>
        </p:txBody>
      </p:sp>
      <p:sp>
        <p:nvSpPr>
          <p:cNvPr id="2" name="标题 1"/>
          <p:cNvSpPr>
            <a:spLocks noGrp="1"/>
          </p:cNvSpPr>
          <p:nvPr>
            <p:ph type="title"/>
          </p:nvPr>
        </p:nvSpPr>
        <p:spPr>
          <a:xfrm>
            <a:off x="831851" y="3636750"/>
            <a:ext cx="10515600" cy="715581"/>
          </a:xfrm>
          <a:prstGeom prst="rect">
            <a:avLst/>
          </a:prstGeom>
        </p:spPr>
        <p:txBody>
          <a:bodyPr anchor="b">
            <a:spAutoFit/>
          </a:bodyPr>
          <a:lstStyle>
            <a:lvl1pPr>
              <a:defRPr sz="4500"/>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831851" y="4365000"/>
            <a:ext cx="10515600" cy="341632"/>
          </a:xfrm>
          <a:prstGeom prst="rect">
            <a:avLst/>
          </a:prstGeom>
        </p:spPr>
        <p:txBody>
          <a:bodyPr>
            <a:spAutoFit/>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编辑母版文本样式</a:t>
            </a:r>
          </a:p>
        </p:txBody>
      </p:sp>
      <p:sp>
        <p:nvSpPr>
          <p:cNvPr id="10" name="灯片编号占位符 10"/>
          <p:cNvSpPr>
            <a:spLocks noGrp="1"/>
          </p:cNvSpPr>
          <p:nvPr>
            <p:ph type="sldNum" sz="quarter" idx="4"/>
          </p:nvPr>
        </p:nvSpPr>
        <p:spPr>
          <a:xfrm>
            <a:off x="11353800" y="0"/>
            <a:ext cx="838200" cy="216000"/>
          </a:xfrm>
          <a:prstGeom prst="rect">
            <a:avLst/>
          </a:prstGeom>
        </p:spPr>
        <p:txBody>
          <a:bodyPr vert="horz" wrap="none" lIns="0" tIns="36000" rIns="72000" bIns="0" rtlCol="0" anchor="t" anchorCtr="0"/>
          <a:lstStyle>
            <a:lvl1pPr algn="r">
              <a:defRPr sz="900">
                <a:solidFill>
                  <a:schemeClr val="tx1">
                    <a:tint val="75000"/>
                  </a:schemeClr>
                </a:solidFill>
                <a:latin typeface="思源黑体" panose="020B0500000000000000" pitchFamily="34" charset="-122"/>
                <a:ea typeface="思源黑体" panose="020B0500000000000000" pitchFamily="34" charset="-122"/>
              </a:defRPr>
            </a:lvl1pPr>
          </a:lstStyle>
          <a:p>
            <a:fld id="{AA6B6B8B-E38A-4C92-8797-81FA559B205F}" type="slidenum">
              <a:rPr lang="zh-CN" altLang="en-US" smtClean="0"/>
              <a:t>‹#›</a:t>
            </a:fld>
            <a:endParaRPr lang="zh-CN" altLang="en-US"/>
          </a:p>
        </p:txBody>
      </p:sp>
      <p:sp>
        <p:nvSpPr>
          <p:cNvPr id="11" name="页脚占位符 1"/>
          <p:cNvSpPr>
            <a:spLocks noGrp="1"/>
          </p:cNvSpPr>
          <p:nvPr>
            <p:ph type="ftr" sz="quarter" idx="3"/>
          </p:nvPr>
        </p:nvSpPr>
        <p:spPr>
          <a:xfrm>
            <a:off x="11353800" y="6642000"/>
            <a:ext cx="838200" cy="216000"/>
          </a:xfrm>
          <a:prstGeom prst="rect">
            <a:avLst/>
          </a:prstGeom>
        </p:spPr>
        <p:txBody>
          <a:bodyPr vert="horz" wrap="none" lIns="0" tIns="0" rIns="72000" bIns="36000" rtlCol="0" anchor="ctr"/>
          <a:lstStyle>
            <a:lvl1pPr algn="r">
              <a:defRPr sz="900">
                <a:solidFill>
                  <a:schemeClr val="tx1">
                    <a:tint val="75000"/>
                  </a:schemeClr>
                </a:solidFill>
                <a:latin typeface="思源黑体" panose="020B0500000000000000" pitchFamily="34" charset="-122"/>
                <a:ea typeface="思源黑体" panose="020B0500000000000000" pitchFamily="34" charset="-122"/>
              </a:defRPr>
            </a:lvl1pPr>
          </a:lstStyle>
          <a:p>
            <a:endParaRPr lang="zh-CN" altLang="en-US"/>
          </a:p>
        </p:txBody>
      </p:sp>
    </p:spTree>
    <p:extLst>
      <p:ext uri="{BB962C8B-B14F-4D97-AF65-F5344CB8AC3E}">
        <p14:creationId xmlns:p14="http://schemas.microsoft.com/office/powerpoint/2010/main" val="22513382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_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3636750"/>
            <a:ext cx="10515600" cy="715581"/>
          </a:xfrm>
          <a:prstGeom prst="rect">
            <a:avLst/>
          </a:prstGeom>
        </p:spPr>
        <p:txBody>
          <a:bodyPr anchor="b">
            <a:spAutoFit/>
          </a:bodyPr>
          <a:lstStyle>
            <a:lvl1pPr>
              <a:defRPr sz="4500"/>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831851" y="4365000"/>
            <a:ext cx="10515600" cy="341632"/>
          </a:xfrm>
          <a:prstGeom prst="rect">
            <a:avLst/>
          </a:prstGeom>
        </p:spPr>
        <p:txBody>
          <a:bodyPr>
            <a:spAutoFit/>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编辑母版文本样式</a:t>
            </a:r>
          </a:p>
        </p:txBody>
      </p:sp>
      <p:sp>
        <p:nvSpPr>
          <p:cNvPr id="9" name="灯片编号占位符 10"/>
          <p:cNvSpPr>
            <a:spLocks noGrp="1"/>
          </p:cNvSpPr>
          <p:nvPr>
            <p:ph type="sldNum" sz="quarter" idx="4"/>
          </p:nvPr>
        </p:nvSpPr>
        <p:spPr>
          <a:xfrm>
            <a:off x="11353800" y="0"/>
            <a:ext cx="838200" cy="216000"/>
          </a:xfrm>
          <a:prstGeom prst="rect">
            <a:avLst/>
          </a:prstGeom>
        </p:spPr>
        <p:txBody>
          <a:bodyPr vert="horz" wrap="none" lIns="0" tIns="36000" rIns="72000" bIns="0" rtlCol="0" anchor="t" anchorCtr="0"/>
          <a:lstStyle>
            <a:lvl1pPr algn="r">
              <a:defRPr sz="900">
                <a:solidFill>
                  <a:schemeClr val="tx1">
                    <a:tint val="75000"/>
                  </a:schemeClr>
                </a:solidFill>
                <a:latin typeface="思源黑体" panose="020B0500000000000000" pitchFamily="34" charset="-122"/>
                <a:ea typeface="思源黑体" panose="020B0500000000000000" pitchFamily="34" charset="-122"/>
              </a:defRPr>
            </a:lvl1pPr>
          </a:lstStyle>
          <a:p>
            <a:fld id="{AA6B6B8B-E38A-4C92-8797-81FA559B205F}" type="slidenum">
              <a:rPr lang="zh-CN" altLang="en-US" smtClean="0"/>
              <a:t>‹#›</a:t>
            </a:fld>
            <a:endParaRPr lang="zh-CN" altLang="en-US"/>
          </a:p>
        </p:txBody>
      </p:sp>
      <p:sp>
        <p:nvSpPr>
          <p:cNvPr id="10" name="页脚占位符 1"/>
          <p:cNvSpPr>
            <a:spLocks noGrp="1"/>
          </p:cNvSpPr>
          <p:nvPr>
            <p:ph type="ftr" sz="quarter" idx="3"/>
          </p:nvPr>
        </p:nvSpPr>
        <p:spPr>
          <a:xfrm>
            <a:off x="11353800" y="6642000"/>
            <a:ext cx="838200" cy="216000"/>
          </a:xfrm>
          <a:prstGeom prst="rect">
            <a:avLst/>
          </a:prstGeom>
        </p:spPr>
        <p:txBody>
          <a:bodyPr vert="horz" wrap="none" lIns="0" tIns="0" rIns="72000" bIns="36000" rtlCol="0" anchor="ctr"/>
          <a:lstStyle>
            <a:lvl1pPr algn="r">
              <a:defRPr sz="900">
                <a:solidFill>
                  <a:schemeClr val="tx1">
                    <a:tint val="75000"/>
                  </a:schemeClr>
                </a:solidFill>
                <a:latin typeface="思源黑体" panose="020B0500000000000000" pitchFamily="34" charset="-122"/>
                <a:ea typeface="思源黑体" panose="020B0500000000000000" pitchFamily="34" charset="-122"/>
              </a:defRPr>
            </a:lvl1pPr>
          </a:lstStyle>
          <a:p>
            <a:endParaRPr lang="zh-CN" altLang="en-US"/>
          </a:p>
        </p:txBody>
      </p:sp>
    </p:spTree>
    <p:extLst>
      <p:ext uri="{BB962C8B-B14F-4D97-AF65-F5344CB8AC3E}">
        <p14:creationId xmlns:p14="http://schemas.microsoft.com/office/powerpoint/2010/main" val="353257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0000"/>
            <a:ext cx="10515600" cy="757130"/>
          </a:xfrm>
          <a:prstGeom prst="rect">
            <a:avLst/>
          </a:prstGeom>
        </p:spPr>
        <p:txBody>
          <a:bodyPr>
            <a:spAutoFit/>
          </a:bodyPr>
          <a:lstStyle/>
          <a:p>
            <a:r>
              <a:rPr lang="zh-CN" altLang="en-US"/>
              <a:t>单击此处编辑母版标题样式</a:t>
            </a:r>
            <a:endParaRPr lang="zh-CN" altLang="en-US" dirty="0"/>
          </a:p>
        </p:txBody>
      </p:sp>
      <p:sp>
        <p:nvSpPr>
          <p:cNvPr id="6" name="灯片编号占位符 10"/>
          <p:cNvSpPr>
            <a:spLocks noGrp="1"/>
          </p:cNvSpPr>
          <p:nvPr>
            <p:ph type="sldNum" sz="quarter" idx="4"/>
          </p:nvPr>
        </p:nvSpPr>
        <p:spPr>
          <a:xfrm>
            <a:off x="11353800" y="0"/>
            <a:ext cx="838200" cy="216000"/>
          </a:xfrm>
          <a:prstGeom prst="rect">
            <a:avLst/>
          </a:prstGeom>
        </p:spPr>
        <p:txBody>
          <a:bodyPr vert="horz" wrap="none" lIns="0" tIns="36000" rIns="72000" bIns="0" rtlCol="0" anchor="t" anchorCtr="0"/>
          <a:lstStyle>
            <a:lvl1pPr algn="r">
              <a:defRPr sz="900">
                <a:solidFill>
                  <a:schemeClr val="tx1">
                    <a:tint val="75000"/>
                  </a:schemeClr>
                </a:solidFill>
                <a:latin typeface="思源黑体" panose="020B0500000000000000" pitchFamily="34" charset="-122"/>
                <a:ea typeface="思源黑体" panose="020B0500000000000000" pitchFamily="34" charset="-122"/>
              </a:defRPr>
            </a:lvl1pPr>
          </a:lstStyle>
          <a:p>
            <a:fld id="{AA6B6B8B-E38A-4C92-8797-81FA559B205F}" type="slidenum">
              <a:rPr lang="zh-CN" altLang="en-US" smtClean="0"/>
              <a:t>‹#›</a:t>
            </a:fld>
            <a:endParaRPr lang="zh-CN" altLang="en-US"/>
          </a:p>
        </p:txBody>
      </p:sp>
      <p:sp>
        <p:nvSpPr>
          <p:cNvPr id="7" name="页脚占位符 1"/>
          <p:cNvSpPr>
            <a:spLocks noGrp="1"/>
          </p:cNvSpPr>
          <p:nvPr>
            <p:ph type="ftr" sz="quarter" idx="3"/>
          </p:nvPr>
        </p:nvSpPr>
        <p:spPr>
          <a:xfrm>
            <a:off x="11353800" y="6642000"/>
            <a:ext cx="838200" cy="216000"/>
          </a:xfrm>
          <a:prstGeom prst="rect">
            <a:avLst/>
          </a:prstGeom>
        </p:spPr>
        <p:txBody>
          <a:bodyPr vert="horz" wrap="none" lIns="0" tIns="0" rIns="72000" bIns="36000" rtlCol="0" anchor="ctr"/>
          <a:lstStyle>
            <a:lvl1pPr algn="r">
              <a:defRPr sz="900">
                <a:solidFill>
                  <a:schemeClr val="tx1">
                    <a:tint val="75000"/>
                  </a:schemeClr>
                </a:solidFill>
                <a:latin typeface="思源黑体" panose="020B0500000000000000" pitchFamily="34" charset="-122"/>
                <a:ea typeface="思源黑体" panose="020B0500000000000000" pitchFamily="34" charset="-122"/>
              </a:defRPr>
            </a:lvl1pPr>
          </a:lstStyle>
          <a:p>
            <a:endParaRPr lang="zh-CN" altLang="en-US"/>
          </a:p>
        </p:txBody>
      </p:sp>
    </p:spTree>
    <p:extLst>
      <p:ext uri="{BB962C8B-B14F-4D97-AF65-F5344CB8AC3E}">
        <p14:creationId xmlns:p14="http://schemas.microsoft.com/office/powerpoint/2010/main" val="305673737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5" name="灯片编号占位符 10"/>
          <p:cNvSpPr>
            <a:spLocks noGrp="1"/>
          </p:cNvSpPr>
          <p:nvPr>
            <p:ph type="sldNum" sz="quarter" idx="4"/>
          </p:nvPr>
        </p:nvSpPr>
        <p:spPr>
          <a:xfrm>
            <a:off x="11353800" y="0"/>
            <a:ext cx="838200" cy="216000"/>
          </a:xfrm>
          <a:prstGeom prst="rect">
            <a:avLst/>
          </a:prstGeom>
        </p:spPr>
        <p:txBody>
          <a:bodyPr vert="horz" wrap="none" lIns="0" tIns="36000" rIns="72000" bIns="0" rtlCol="0" anchor="t" anchorCtr="0"/>
          <a:lstStyle>
            <a:lvl1pPr algn="r">
              <a:defRPr sz="900">
                <a:solidFill>
                  <a:schemeClr val="tx1">
                    <a:tint val="75000"/>
                  </a:schemeClr>
                </a:solidFill>
                <a:latin typeface="思源黑体" panose="020B0500000000000000" pitchFamily="34" charset="-122"/>
                <a:ea typeface="思源黑体" panose="020B0500000000000000" pitchFamily="34" charset="-122"/>
              </a:defRPr>
            </a:lvl1pPr>
          </a:lstStyle>
          <a:p>
            <a:fld id="{AA6B6B8B-E38A-4C92-8797-81FA559B205F}" type="slidenum">
              <a:rPr lang="zh-CN" altLang="en-US" smtClean="0"/>
              <a:t>‹#›</a:t>
            </a:fld>
            <a:endParaRPr lang="zh-CN" altLang="en-US"/>
          </a:p>
        </p:txBody>
      </p:sp>
      <p:sp>
        <p:nvSpPr>
          <p:cNvPr id="6" name="页脚占位符 1"/>
          <p:cNvSpPr>
            <a:spLocks noGrp="1"/>
          </p:cNvSpPr>
          <p:nvPr>
            <p:ph type="ftr" sz="quarter" idx="3"/>
          </p:nvPr>
        </p:nvSpPr>
        <p:spPr>
          <a:xfrm>
            <a:off x="11353800" y="6642000"/>
            <a:ext cx="838200" cy="216000"/>
          </a:xfrm>
          <a:prstGeom prst="rect">
            <a:avLst/>
          </a:prstGeom>
        </p:spPr>
        <p:txBody>
          <a:bodyPr vert="horz" wrap="none" lIns="0" tIns="0" rIns="72000" bIns="36000" rtlCol="0" anchor="ctr"/>
          <a:lstStyle>
            <a:lvl1pPr algn="r">
              <a:defRPr sz="900">
                <a:solidFill>
                  <a:schemeClr val="tx1">
                    <a:tint val="75000"/>
                  </a:schemeClr>
                </a:solidFill>
                <a:latin typeface="思源黑体" panose="020B0500000000000000" pitchFamily="34" charset="-122"/>
                <a:ea typeface="思源黑体" panose="020B0500000000000000" pitchFamily="34" charset="-122"/>
              </a:defRPr>
            </a:lvl1pPr>
          </a:lstStyle>
          <a:p>
            <a:endParaRPr lang="zh-CN" altLang="en-US"/>
          </a:p>
        </p:txBody>
      </p:sp>
    </p:spTree>
    <p:extLst>
      <p:ext uri="{BB962C8B-B14F-4D97-AF65-F5344CB8AC3E}">
        <p14:creationId xmlns:p14="http://schemas.microsoft.com/office/powerpoint/2010/main" val="2608411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3" Type="http://schemas.openxmlformats.org/officeDocument/2006/relationships/slideLayout" Target="../slideLayouts/slideLayout11.xml"/><Relationship Id="rId7" Type="http://schemas.openxmlformats.org/officeDocument/2006/relationships/slideLayout" Target="../slideLayouts/slideLayout15.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5" Type="http://schemas.openxmlformats.org/officeDocument/2006/relationships/slideLayout" Target="../slideLayouts/slideLayout13.xml"/><Relationship Id="rId4" Type="http://schemas.openxmlformats.org/officeDocument/2006/relationships/slideLayout" Target="../slideLayouts/slideLayout12.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a:gsLst>
            <a:gs pos="0">
              <a:srgbClr val="384F88"/>
            </a:gs>
            <a:gs pos="100000">
              <a:srgbClr val="1E2C61"/>
            </a:gs>
          </a:gsLst>
          <a:lin ang="5400000" scaled="1"/>
        </a:gradFill>
        <a:effectLst/>
      </p:bgPr>
    </p:bg>
    <p:spTree>
      <p:nvGrpSpPr>
        <p:cNvPr id="1" name=""/>
        <p:cNvGrpSpPr/>
        <p:nvPr/>
      </p:nvGrpSpPr>
      <p:grpSpPr>
        <a:xfrm>
          <a:off x="0" y="0"/>
          <a:ext cx="0" cy="0"/>
          <a:chOff x="0" y="0"/>
          <a:chExt cx="0" cy="0"/>
        </a:xfrm>
      </p:grpSpPr>
      <p:sp>
        <p:nvSpPr>
          <p:cNvPr id="7" name="标题占位符 6"/>
          <p:cNvSpPr>
            <a:spLocks noGrp="1"/>
          </p:cNvSpPr>
          <p:nvPr>
            <p:ph type="title"/>
          </p:nvPr>
        </p:nvSpPr>
        <p:spPr>
          <a:xfrm>
            <a:off x="838200" y="360000"/>
            <a:ext cx="10515600" cy="757130"/>
          </a:xfrm>
          <a:prstGeom prst="rect">
            <a:avLst/>
          </a:prstGeom>
        </p:spPr>
        <p:txBody>
          <a:bodyPr vert="horz" lIns="91440" tIns="45720" rIns="91440" bIns="45720" rtlCol="0" anchor="ctr">
            <a:spAutoFit/>
          </a:bodyPr>
          <a:lstStyle/>
          <a:p>
            <a:r>
              <a:rPr lang="zh-CN" altLang="en-US" dirty="0"/>
              <a:t>标题</a:t>
            </a:r>
          </a:p>
        </p:txBody>
      </p:sp>
      <p:sp>
        <p:nvSpPr>
          <p:cNvPr id="8" name="文本占位符 7"/>
          <p:cNvSpPr>
            <a:spLocks noGrp="1"/>
          </p:cNvSpPr>
          <p:nvPr>
            <p:ph type="body" idx="1"/>
          </p:nvPr>
        </p:nvSpPr>
        <p:spPr>
          <a:xfrm>
            <a:off x="838200" y="1260000"/>
            <a:ext cx="10515600" cy="5382000"/>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 name="页脚占位符 9"/>
          <p:cNvSpPr>
            <a:spLocks noGrp="1"/>
          </p:cNvSpPr>
          <p:nvPr>
            <p:ph type="ftr" sz="quarter" idx="3"/>
          </p:nvPr>
        </p:nvSpPr>
        <p:spPr>
          <a:xfrm>
            <a:off x="11353799" y="6642000"/>
            <a:ext cx="838199" cy="216000"/>
          </a:xfrm>
          <a:prstGeom prst="rect">
            <a:avLst/>
          </a:prstGeom>
        </p:spPr>
        <p:txBody>
          <a:bodyPr vert="horz" wrap="none" lIns="0" tIns="0" rIns="72000" bIns="36000" rtlCol="0" anchor="b" anchorCtr="0"/>
          <a:lstStyle>
            <a:lvl1pPr algn="r">
              <a:defRPr sz="900">
                <a:solidFill>
                  <a:schemeClr val="bg1"/>
                </a:solidFill>
                <a:latin typeface="微软雅黑" panose="020B0503020204020204" pitchFamily="34" charset="-122"/>
                <a:ea typeface="微软雅黑" panose="020B0503020204020204" pitchFamily="34" charset="-122"/>
              </a:defRPr>
            </a:lvl1pPr>
          </a:lstStyle>
          <a:p>
            <a:endParaRPr lang="zh-CN" altLang="en-US"/>
          </a:p>
        </p:txBody>
      </p:sp>
      <p:sp>
        <p:nvSpPr>
          <p:cNvPr id="4" name="灯片编号占位符 3"/>
          <p:cNvSpPr>
            <a:spLocks noGrp="1"/>
          </p:cNvSpPr>
          <p:nvPr>
            <p:ph type="sldNum" sz="quarter" idx="4"/>
          </p:nvPr>
        </p:nvSpPr>
        <p:spPr>
          <a:xfrm>
            <a:off x="11353801" y="0"/>
            <a:ext cx="838200" cy="216000"/>
          </a:xfrm>
          <a:prstGeom prst="rect">
            <a:avLst/>
          </a:prstGeom>
        </p:spPr>
        <p:txBody>
          <a:bodyPr vert="horz" wrap="none" lIns="0" tIns="36000" rIns="72000" bIns="0" rtlCol="0" anchor="ctr"/>
          <a:lstStyle>
            <a:lvl1pPr algn="r">
              <a:defRPr sz="900">
                <a:solidFill>
                  <a:schemeClr val="bg1">
                    <a:lumMod val="85000"/>
                  </a:schemeClr>
                </a:solidFill>
                <a:latin typeface="微软雅黑" panose="020B0503020204020204" pitchFamily="34" charset="-122"/>
                <a:ea typeface="微软雅黑" panose="020B0503020204020204" pitchFamily="34" charset="-122"/>
              </a:defRPr>
            </a:lvl1pPr>
          </a:lstStyle>
          <a:p>
            <a:fld id="{1C71211B-FC85-4D01-81F5-233FD27A8BCC}" type="slidenum">
              <a:rPr lang="zh-CN" altLang="en-US" smtClean="0"/>
              <a:pPr/>
              <a:t>‹#›</a:t>
            </a:fld>
            <a:endParaRPr lang="zh-CN" altLang="en-US"/>
          </a:p>
        </p:txBody>
      </p:sp>
      <p:sp>
        <p:nvSpPr>
          <p:cNvPr id="2" name="文本框 1">
            <a:extLst>
              <a:ext uri="{FF2B5EF4-FFF2-40B4-BE49-F238E27FC236}">
                <a16:creationId xmlns:a16="http://schemas.microsoft.com/office/drawing/2014/main" id="{CFFC00A0-87D4-4A61-9BF9-412D314D1DAF}"/>
              </a:ext>
            </a:extLst>
          </p:cNvPr>
          <p:cNvSpPr txBox="1"/>
          <p:nvPr/>
        </p:nvSpPr>
        <p:spPr>
          <a:xfrm>
            <a:off x="5546971" y="6673056"/>
            <a:ext cx="1098058" cy="153888"/>
          </a:xfrm>
          <a:prstGeom prst="rect">
            <a:avLst/>
          </a:prstGeom>
          <a:noFill/>
        </p:spPr>
        <p:txBody>
          <a:bodyPr wrap="none" lIns="0" tIns="0" rIns="0" bIns="0" rtlCol="0">
            <a:spAutoFit/>
          </a:bodyPr>
          <a:lstStyle/>
          <a:p>
            <a:r>
              <a:rPr lang="zh-CN" altLang="en-US" sz="1000">
                <a:solidFill>
                  <a:schemeClr val="bg1">
                    <a:lumMod val="75000"/>
                  </a:schemeClr>
                </a:solidFill>
                <a:latin typeface="微软雅黑" panose="020B0503020204020204" pitchFamily="34" charset="-122"/>
                <a:ea typeface="微软雅黑" panose="020B0503020204020204" pitchFamily="34" charset="-122"/>
              </a:rPr>
              <a:t>版权所有 </a:t>
            </a:r>
            <a:r>
              <a:rPr lang="en-US" altLang="zh-CN" sz="1000">
                <a:solidFill>
                  <a:schemeClr val="bg1">
                    <a:lumMod val="75000"/>
                  </a:schemeClr>
                </a:solidFill>
                <a:latin typeface="微软雅黑" panose="020B0503020204020204" pitchFamily="34" charset="-122"/>
                <a:ea typeface="微软雅黑" panose="020B0503020204020204" pitchFamily="34" charset="-122"/>
              </a:rPr>
              <a:t>© </a:t>
            </a:r>
            <a:r>
              <a:rPr lang="zh-CN" altLang="en-US" sz="1000">
                <a:solidFill>
                  <a:schemeClr val="bg1">
                    <a:lumMod val="75000"/>
                  </a:schemeClr>
                </a:solidFill>
                <a:latin typeface="微软雅黑" panose="020B0503020204020204" pitchFamily="34" charset="-122"/>
                <a:ea typeface="微软雅黑" panose="020B0503020204020204" pitchFamily="34" charset="-122"/>
              </a:rPr>
              <a:t>饥人谷</a:t>
            </a:r>
          </a:p>
        </p:txBody>
      </p:sp>
    </p:spTree>
    <p:extLst>
      <p:ext uri="{BB962C8B-B14F-4D97-AF65-F5344CB8AC3E}">
        <p14:creationId xmlns:p14="http://schemas.microsoft.com/office/powerpoint/2010/main" val="48837090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89" r:id="rId3"/>
    <p:sldLayoutId id="2147483675" r:id="rId4"/>
    <p:sldLayoutId id="2147483678" r:id="rId5"/>
    <p:sldLayoutId id="2147483677" r:id="rId6"/>
    <p:sldLayoutId id="2147483679" r:id="rId7"/>
    <p:sldLayoutId id="2147483680" r:id="rId8"/>
  </p:sldLayoutIdLst>
  <p:txStyles>
    <p:titleStyle>
      <a:lvl1pPr algn="l" defTabSz="685800" rtl="0" eaLnBrk="1" latinLnBrk="0" hangingPunct="1">
        <a:lnSpc>
          <a:spcPct val="90000"/>
        </a:lnSpc>
        <a:spcBef>
          <a:spcPct val="0"/>
        </a:spcBef>
        <a:buNone/>
        <a:defRPr sz="4800" kern="1200">
          <a:solidFill>
            <a:schemeClr val="bg1"/>
          </a:solidFill>
          <a:latin typeface="微软雅黑" panose="020B0503020204020204" pitchFamily="34" charset="-122"/>
          <a:ea typeface="微软雅黑" panose="020B0503020204020204" pitchFamily="34" charset="-122"/>
          <a:cs typeface="+mj-cs"/>
        </a:defRPr>
      </a:lvl1pPr>
    </p:titleStyle>
    <p:bodyStyle>
      <a:lvl1pPr marL="0" indent="-360000" algn="l" defTabSz="685800" rtl="0" eaLnBrk="1" latinLnBrk="0" hangingPunct="1">
        <a:lnSpc>
          <a:spcPct val="100000"/>
        </a:lnSpc>
        <a:spcBef>
          <a:spcPts val="1600"/>
        </a:spcBef>
        <a:buFont typeface="Arial" panose="020B0604020202020204" pitchFamily="34" charset="0"/>
        <a:buChar char="•"/>
        <a:defRPr lang="zh-CN" altLang="en-US" sz="3600" kern="1200" dirty="0" smtClean="0">
          <a:solidFill>
            <a:srgbClr val="FFDE85"/>
          </a:solidFill>
          <a:latin typeface="微软雅黑" panose="020B0503020204020204" pitchFamily="34" charset="-122"/>
          <a:ea typeface="微软雅黑" panose="020B0503020204020204" pitchFamily="34" charset="-122"/>
          <a:cs typeface="+mn-cs"/>
        </a:defRPr>
      </a:lvl1pPr>
      <a:lvl2pPr marL="0" indent="-360000" algn="l" defTabSz="685800" rtl="0" eaLnBrk="1" latinLnBrk="0" hangingPunct="1">
        <a:lnSpc>
          <a:spcPct val="100000"/>
        </a:lnSpc>
        <a:spcBef>
          <a:spcPts val="375"/>
        </a:spcBef>
        <a:buSzPct val="100000"/>
        <a:buFont typeface="Wingdings" panose="05000000000000000000" pitchFamily="2" charset="2"/>
        <a:buChar char="ü"/>
        <a:defRPr sz="2400" kern="1200">
          <a:solidFill>
            <a:schemeClr val="bg1"/>
          </a:solidFill>
          <a:latin typeface="微软雅黑" panose="020B0503020204020204" pitchFamily="34" charset="-122"/>
          <a:ea typeface="微软雅黑" panose="020B0503020204020204" pitchFamily="34" charset="-122"/>
          <a:cs typeface="+mn-cs"/>
        </a:defRPr>
      </a:lvl2pPr>
      <a:lvl3pPr marL="0" indent="-360000" algn="l" defTabSz="685800" rtl="0" eaLnBrk="1" latinLnBrk="0" hangingPunct="1">
        <a:lnSpc>
          <a:spcPct val="100000"/>
        </a:lnSpc>
        <a:spcBef>
          <a:spcPts val="375"/>
        </a:spcBef>
        <a:buFont typeface="Arial" panose="020B0604020202020204" pitchFamily="34" charset="0"/>
        <a:buChar char="•"/>
        <a:defRPr sz="2000" kern="1200">
          <a:solidFill>
            <a:schemeClr val="bg1"/>
          </a:solidFill>
          <a:latin typeface="微软雅黑" panose="020B0503020204020204" pitchFamily="34" charset="-122"/>
          <a:ea typeface="微软雅黑" panose="020B0503020204020204" pitchFamily="34" charset="-122"/>
          <a:cs typeface="+mn-cs"/>
        </a:defRPr>
      </a:lvl3pPr>
      <a:lvl4pPr marL="0" indent="-360000" algn="l" defTabSz="685800" rtl="0" eaLnBrk="1" latinLnBrk="0" hangingPunct="1">
        <a:lnSpc>
          <a:spcPct val="100000"/>
        </a:lnSpc>
        <a:spcBef>
          <a:spcPts val="375"/>
        </a:spcBef>
        <a:buFont typeface="Arial" panose="020B0604020202020204" pitchFamily="34" charset="0"/>
        <a:buChar char="•"/>
        <a:defRPr sz="1800" kern="1200">
          <a:solidFill>
            <a:schemeClr val="bg1"/>
          </a:solidFill>
          <a:latin typeface="微软雅黑" panose="020B0503020204020204" pitchFamily="34" charset="-122"/>
          <a:ea typeface="微软雅黑" panose="020B0503020204020204" pitchFamily="34" charset="-122"/>
          <a:cs typeface="+mn-cs"/>
        </a:defRPr>
      </a:lvl4pPr>
      <a:lvl5pPr marL="0" indent="-360000" algn="l" defTabSz="685800" rtl="0" eaLnBrk="1" latinLnBrk="0" hangingPunct="1">
        <a:lnSpc>
          <a:spcPct val="100000"/>
        </a:lnSpc>
        <a:spcBef>
          <a:spcPts val="375"/>
        </a:spcBef>
        <a:buFont typeface="Arial" panose="020B0604020202020204" pitchFamily="34" charset="0"/>
        <a:buChar char="•"/>
        <a:defRPr sz="1800" kern="1200">
          <a:solidFill>
            <a:schemeClr val="bg1"/>
          </a:solidFill>
          <a:latin typeface="微软雅黑" panose="020B0503020204020204" pitchFamily="34" charset="-122"/>
          <a:ea typeface="微软雅黑" panose="020B0503020204020204" pitchFamily="34"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a:gsLst>
            <a:gs pos="0">
              <a:srgbClr val="F9FCFF"/>
            </a:gs>
            <a:gs pos="100000">
              <a:srgbClr val="EBF7FF"/>
            </a:gs>
          </a:gsLst>
          <a:lin ang="5400000" scaled="1"/>
        </a:gradFill>
        <a:effectLst/>
      </p:bgPr>
    </p:bg>
    <p:spTree>
      <p:nvGrpSpPr>
        <p:cNvPr id="1" name=""/>
        <p:cNvGrpSpPr/>
        <p:nvPr/>
      </p:nvGrpSpPr>
      <p:grpSpPr>
        <a:xfrm>
          <a:off x="0" y="0"/>
          <a:ext cx="0" cy="0"/>
          <a:chOff x="0" y="0"/>
          <a:chExt cx="0" cy="0"/>
        </a:xfrm>
      </p:grpSpPr>
      <p:sp>
        <p:nvSpPr>
          <p:cNvPr id="7" name="标题占位符 6"/>
          <p:cNvSpPr>
            <a:spLocks noGrp="1"/>
          </p:cNvSpPr>
          <p:nvPr>
            <p:ph type="title"/>
          </p:nvPr>
        </p:nvSpPr>
        <p:spPr>
          <a:xfrm>
            <a:off x="838200" y="360000"/>
            <a:ext cx="10515600" cy="757130"/>
          </a:xfrm>
          <a:prstGeom prst="rect">
            <a:avLst/>
          </a:prstGeom>
        </p:spPr>
        <p:txBody>
          <a:bodyPr vert="horz" lIns="91440" tIns="45720" rIns="91440" bIns="45720" rtlCol="0" anchor="ctr">
            <a:spAutoFit/>
          </a:bodyPr>
          <a:lstStyle/>
          <a:p>
            <a:r>
              <a:rPr lang="zh-CN" altLang="en-US" dirty="0"/>
              <a:t>标题</a:t>
            </a:r>
          </a:p>
        </p:txBody>
      </p:sp>
      <p:sp>
        <p:nvSpPr>
          <p:cNvPr id="8" name="文本占位符 7"/>
          <p:cNvSpPr>
            <a:spLocks noGrp="1"/>
          </p:cNvSpPr>
          <p:nvPr>
            <p:ph type="body" idx="1"/>
          </p:nvPr>
        </p:nvSpPr>
        <p:spPr>
          <a:xfrm>
            <a:off x="838200" y="1261130"/>
            <a:ext cx="10515600" cy="5380870"/>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灯片编号占位符 10"/>
          <p:cNvSpPr>
            <a:spLocks noGrp="1"/>
          </p:cNvSpPr>
          <p:nvPr>
            <p:ph type="sldNum" sz="quarter" idx="4"/>
          </p:nvPr>
        </p:nvSpPr>
        <p:spPr>
          <a:xfrm>
            <a:off x="11353800" y="0"/>
            <a:ext cx="838200" cy="216000"/>
          </a:xfrm>
          <a:prstGeom prst="rect">
            <a:avLst/>
          </a:prstGeom>
        </p:spPr>
        <p:txBody>
          <a:bodyPr vert="horz" wrap="none" lIns="0" tIns="36000" rIns="72000" bIns="0" rtlCol="0" anchor="t" anchorCtr="0"/>
          <a:lstStyle>
            <a:lvl1pPr algn="r">
              <a:defRPr sz="900">
                <a:solidFill>
                  <a:schemeClr val="tx1">
                    <a:tint val="75000"/>
                  </a:schemeClr>
                </a:solidFill>
                <a:latin typeface="微软雅黑" panose="020B0503020204020204" pitchFamily="34" charset="-122"/>
                <a:ea typeface="微软雅黑" panose="020B0503020204020204" pitchFamily="34" charset="-122"/>
              </a:defRPr>
            </a:lvl1pPr>
          </a:lstStyle>
          <a:p>
            <a:fld id="{AA6B6B8B-E38A-4C92-8797-81FA559B205F}" type="slidenum">
              <a:rPr lang="zh-CN" altLang="en-US" smtClean="0"/>
              <a:pPr/>
              <a:t>‹#›</a:t>
            </a:fld>
            <a:endParaRPr lang="zh-CN" altLang="en-US"/>
          </a:p>
        </p:txBody>
      </p:sp>
      <p:sp>
        <p:nvSpPr>
          <p:cNvPr id="2" name="页脚占位符 1"/>
          <p:cNvSpPr>
            <a:spLocks noGrp="1"/>
          </p:cNvSpPr>
          <p:nvPr>
            <p:ph type="ftr" sz="quarter" idx="3"/>
          </p:nvPr>
        </p:nvSpPr>
        <p:spPr>
          <a:xfrm>
            <a:off x="11353800" y="6642000"/>
            <a:ext cx="838200" cy="216000"/>
          </a:xfrm>
          <a:prstGeom prst="rect">
            <a:avLst/>
          </a:prstGeom>
        </p:spPr>
        <p:txBody>
          <a:bodyPr vert="horz" wrap="none" lIns="0" tIns="0" rIns="72000" bIns="36000" rtlCol="0" anchor="ctr"/>
          <a:lstStyle>
            <a:lvl1pPr algn="r">
              <a:defRPr sz="900">
                <a:solidFill>
                  <a:schemeClr val="tx1">
                    <a:tint val="75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3" name="文本框 2">
            <a:extLst>
              <a:ext uri="{FF2B5EF4-FFF2-40B4-BE49-F238E27FC236}">
                <a16:creationId xmlns:a16="http://schemas.microsoft.com/office/drawing/2014/main" id="{DF4C8E59-2062-4974-9D8C-C0D011B313F2}"/>
              </a:ext>
            </a:extLst>
          </p:cNvPr>
          <p:cNvSpPr txBox="1"/>
          <p:nvPr/>
        </p:nvSpPr>
        <p:spPr>
          <a:xfrm>
            <a:off x="5363962" y="6673056"/>
            <a:ext cx="1098058" cy="153888"/>
          </a:xfrm>
          <a:prstGeom prst="rect">
            <a:avLst/>
          </a:prstGeom>
          <a:noFill/>
        </p:spPr>
        <p:txBody>
          <a:bodyPr wrap="none" lIns="0" tIns="0" rIns="0" bIns="0" rtlCol="0">
            <a:spAutoFit/>
          </a:bodyPr>
          <a:lstStyle/>
          <a:p>
            <a:r>
              <a:rPr lang="zh-CN" altLang="en-US" sz="1000">
                <a:solidFill>
                  <a:schemeClr val="bg1">
                    <a:lumMod val="75000"/>
                  </a:schemeClr>
                </a:solidFill>
                <a:latin typeface="微软雅黑" panose="020B0503020204020204" pitchFamily="34" charset="-122"/>
                <a:ea typeface="微软雅黑" panose="020B0503020204020204" pitchFamily="34" charset="-122"/>
              </a:rPr>
              <a:t>版权所有 </a:t>
            </a:r>
            <a:r>
              <a:rPr lang="en-US" altLang="zh-CN" sz="1000">
                <a:solidFill>
                  <a:schemeClr val="bg1">
                    <a:lumMod val="75000"/>
                  </a:schemeClr>
                </a:solidFill>
                <a:latin typeface="微软雅黑" panose="020B0503020204020204" pitchFamily="34" charset="-122"/>
                <a:ea typeface="微软雅黑" panose="020B0503020204020204" pitchFamily="34" charset="-122"/>
              </a:rPr>
              <a:t>© </a:t>
            </a:r>
            <a:r>
              <a:rPr lang="zh-CN" altLang="en-US" sz="1000">
                <a:solidFill>
                  <a:schemeClr val="bg1">
                    <a:lumMod val="75000"/>
                  </a:schemeClr>
                </a:solidFill>
                <a:latin typeface="微软雅黑" panose="020B0503020204020204" pitchFamily="34" charset="-122"/>
                <a:ea typeface="微软雅黑" panose="020B0503020204020204" pitchFamily="34" charset="-122"/>
              </a:rPr>
              <a:t>饥人谷</a:t>
            </a:r>
          </a:p>
        </p:txBody>
      </p:sp>
    </p:spTree>
    <p:extLst>
      <p:ext uri="{BB962C8B-B14F-4D97-AF65-F5344CB8AC3E}">
        <p14:creationId xmlns:p14="http://schemas.microsoft.com/office/powerpoint/2010/main" val="953395384"/>
      </p:ext>
    </p:extLst>
  </p:cSld>
  <p:clrMap bg1="lt1" tx1="dk1" bg2="lt2" tx2="dk2" accent1="accent1" accent2="accent2" accent3="accent3" accent4="accent4" accent5="accent5" accent6="accent6" hlink="hlink" folHlink="folHlink"/>
  <p:sldLayoutIdLst>
    <p:sldLayoutId id="2147483682" r:id="rId1"/>
    <p:sldLayoutId id="2147483688" r:id="rId2"/>
    <p:sldLayoutId id="2147483690" r:id="rId3"/>
    <p:sldLayoutId id="2147483683" r:id="rId4"/>
    <p:sldLayoutId id="2147483684" r:id="rId5"/>
    <p:sldLayoutId id="2147483685" r:id="rId6"/>
    <p:sldLayoutId id="2147483686" r:id="rId7"/>
    <p:sldLayoutId id="2147483687" r:id="rId8"/>
  </p:sldLayoutIdLst>
  <p:hf hdr="0" dt="0"/>
  <p:txStyles>
    <p:titleStyle>
      <a:lvl1pPr algn="l" defTabSz="685800" rtl="0" eaLnBrk="1" latinLnBrk="0" hangingPunct="1">
        <a:lnSpc>
          <a:spcPct val="90000"/>
        </a:lnSpc>
        <a:spcBef>
          <a:spcPct val="0"/>
        </a:spcBef>
        <a:buNone/>
        <a:defRPr sz="4800" kern="1200">
          <a:solidFill>
            <a:srgbClr val="2B4576"/>
          </a:solidFill>
          <a:latin typeface="微软雅黑" panose="020B0503020204020204" pitchFamily="34" charset="-122"/>
          <a:ea typeface="微软雅黑" panose="020B0503020204020204" pitchFamily="34" charset="-122"/>
          <a:cs typeface="+mj-cs"/>
        </a:defRPr>
      </a:lvl1pPr>
    </p:titleStyle>
    <p:bodyStyle>
      <a:lvl1pPr marL="171450" indent="-360000" algn="l" defTabSz="685800" rtl="0" eaLnBrk="1" latinLnBrk="0" hangingPunct="1">
        <a:lnSpc>
          <a:spcPct val="100000"/>
        </a:lnSpc>
        <a:spcBef>
          <a:spcPts val="750"/>
        </a:spcBef>
        <a:buFont typeface="Arial" panose="020B0604020202020204" pitchFamily="34" charset="0"/>
        <a:buChar char="•"/>
        <a:defRPr sz="3600" kern="1200">
          <a:solidFill>
            <a:srgbClr val="2B4576"/>
          </a:solidFill>
          <a:latin typeface="微软雅黑" panose="020B0503020204020204" pitchFamily="34" charset="-122"/>
          <a:ea typeface="微软雅黑" panose="020B0503020204020204" pitchFamily="34" charset="-122"/>
          <a:cs typeface="+mn-cs"/>
        </a:defRPr>
      </a:lvl1pPr>
      <a:lvl2pPr marL="0" indent="-360000" algn="l" defTabSz="685800" rtl="0" eaLnBrk="1" latinLnBrk="0" hangingPunct="1">
        <a:lnSpc>
          <a:spcPct val="100000"/>
        </a:lnSpc>
        <a:spcBef>
          <a:spcPts val="375"/>
        </a:spcBef>
        <a:buSzPct val="50000"/>
        <a:buFont typeface="Wingdings" panose="05000000000000000000" pitchFamily="2" charset="2"/>
        <a:buChar char="ü"/>
        <a:defRPr sz="2400" kern="1200">
          <a:solidFill>
            <a:srgbClr val="2B4576"/>
          </a:solidFill>
          <a:latin typeface="微软雅黑" panose="020B0503020204020204" pitchFamily="34" charset="-122"/>
          <a:ea typeface="微软雅黑" panose="020B0503020204020204" pitchFamily="34" charset="-122"/>
          <a:cs typeface="+mn-cs"/>
        </a:defRPr>
      </a:lvl2pPr>
      <a:lvl3pPr marL="0" indent="-360000" algn="l" defTabSz="685800" rtl="0" eaLnBrk="1" latinLnBrk="0" hangingPunct="1">
        <a:lnSpc>
          <a:spcPct val="100000"/>
        </a:lnSpc>
        <a:spcBef>
          <a:spcPts val="375"/>
        </a:spcBef>
        <a:buFont typeface="Arial" panose="020B0604020202020204" pitchFamily="34" charset="0"/>
        <a:buChar char="•"/>
        <a:defRPr sz="2000" kern="1200">
          <a:solidFill>
            <a:srgbClr val="2B4576"/>
          </a:solidFill>
          <a:latin typeface="微软雅黑" panose="020B0503020204020204" pitchFamily="34" charset="-122"/>
          <a:ea typeface="微软雅黑" panose="020B0503020204020204" pitchFamily="34" charset="-122"/>
          <a:cs typeface="+mn-cs"/>
        </a:defRPr>
      </a:lvl3pPr>
      <a:lvl4pPr marL="0" indent="-360000" algn="l" defTabSz="685800" rtl="0" eaLnBrk="1" latinLnBrk="0" hangingPunct="1">
        <a:lnSpc>
          <a:spcPct val="100000"/>
        </a:lnSpc>
        <a:spcBef>
          <a:spcPts val="375"/>
        </a:spcBef>
        <a:buFont typeface="Arial" panose="020B0604020202020204" pitchFamily="34" charset="0"/>
        <a:buChar char="•"/>
        <a:defRPr sz="1800" kern="1200">
          <a:solidFill>
            <a:srgbClr val="2B4576"/>
          </a:solidFill>
          <a:latin typeface="微软雅黑" panose="020B0503020204020204" pitchFamily="34" charset="-122"/>
          <a:ea typeface="微软雅黑" panose="020B0503020204020204" pitchFamily="34" charset="-122"/>
          <a:cs typeface="+mn-cs"/>
        </a:defRPr>
      </a:lvl4pPr>
      <a:lvl5pPr marL="0" indent="-360000" algn="l" defTabSz="685800" rtl="0" eaLnBrk="1" latinLnBrk="0" hangingPunct="1">
        <a:lnSpc>
          <a:spcPct val="100000"/>
        </a:lnSpc>
        <a:spcBef>
          <a:spcPts val="375"/>
        </a:spcBef>
        <a:buFont typeface="Arial" panose="020B0604020202020204" pitchFamily="34" charset="0"/>
        <a:buChar char="•"/>
        <a:defRPr sz="1800" kern="1200">
          <a:solidFill>
            <a:srgbClr val="2B4576"/>
          </a:solidFill>
          <a:latin typeface="微软雅黑" panose="020B0503020204020204" pitchFamily="34" charset="-122"/>
          <a:ea typeface="微软雅黑" panose="020B0503020204020204" pitchFamily="34"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hyperlink" Target="https://gitcode.net/mirrors/datacharmer/test_db?utm_source=csdn_github_accelerator" TargetMode="Externa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0F816A-4D31-46FA-A25C-E6E973DEBFD9}"/>
              </a:ext>
            </a:extLst>
          </p:cNvPr>
          <p:cNvSpPr>
            <a:spLocks noGrp="1"/>
          </p:cNvSpPr>
          <p:nvPr>
            <p:ph type="ctrTitle"/>
          </p:nvPr>
        </p:nvSpPr>
        <p:spPr>
          <a:xfrm>
            <a:off x="838200" y="2692940"/>
            <a:ext cx="10515600" cy="757130"/>
          </a:xfrm>
        </p:spPr>
        <p:txBody>
          <a:bodyPr/>
          <a:lstStyle/>
          <a:p>
            <a:r>
              <a:rPr lang="zh-CN" altLang="en-US" dirty="0"/>
              <a:t>索引基础</a:t>
            </a:r>
          </a:p>
        </p:txBody>
      </p:sp>
      <p:sp>
        <p:nvSpPr>
          <p:cNvPr id="3" name="副标题 2">
            <a:extLst>
              <a:ext uri="{FF2B5EF4-FFF2-40B4-BE49-F238E27FC236}">
                <a16:creationId xmlns:a16="http://schemas.microsoft.com/office/drawing/2014/main" id="{D4FB9298-51D4-4A02-B053-F474455D3887}"/>
              </a:ext>
            </a:extLst>
          </p:cNvPr>
          <p:cNvSpPr>
            <a:spLocks noGrp="1"/>
          </p:cNvSpPr>
          <p:nvPr>
            <p:ph type="subTitle" idx="1"/>
          </p:nvPr>
        </p:nvSpPr>
        <p:spPr>
          <a:xfrm>
            <a:off x="838200" y="3566399"/>
            <a:ext cx="10515600" cy="461665"/>
          </a:xfrm>
        </p:spPr>
        <p:txBody>
          <a:bodyPr/>
          <a:lstStyle/>
          <a:p>
            <a:r>
              <a:rPr lang="zh-CN" altLang="en-US" dirty="0">
                <a:latin typeface="Microsoft YaHei" panose="020B0503020204020204" pitchFamily="34" charset="-122"/>
                <a:ea typeface="Microsoft YaHei" panose="020B0503020204020204" pitchFamily="34" charset="-122"/>
              </a:rPr>
              <a:t>罗辑</a:t>
            </a:r>
          </a:p>
        </p:txBody>
      </p:sp>
    </p:spTree>
    <p:extLst>
      <p:ext uri="{BB962C8B-B14F-4D97-AF65-F5344CB8AC3E}">
        <p14:creationId xmlns:p14="http://schemas.microsoft.com/office/powerpoint/2010/main" val="35567067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a:extLst>
              <a:ext uri="{FF2B5EF4-FFF2-40B4-BE49-F238E27FC236}">
                <a16:creationId xmlns:a16="http://schemas.microsoft.com/office/drawing/2014/main" id="{CE4C9717-A43F-B0B8-2DB6-0F8B45681D36}"/>
              </a:ext>
            </a:extLst>
          </p:cNvPr>
          <p:cNvSpPr txBox="1">
            <a:spLocks/>
          </p:cNvSpPr>
          <p:nvPr/>
        </p:nvSpPr>
        <p:spPr>
          <a:xfrm>
            <a:off x="512988" y="521724"/>
            <a:ext cx="7660168" cy="757130"/>
          </a:xfrm>
          <a:prstGeom prst="rect">
            <a:avLst/>
          </a:prstGeom>
        </p:spPr>
        <p:txBody>
          <a:bodyPr vert="horz" wrap="square" lIns="91440" tIns="45720" rIns="91440" bIns="45720" rtlCol="0" anchor="ctr">
            <a:spAutoFit/>
          </a:bodyPr>
          <a:lstStyle>
            <a:lvl1pPr algn="l" defTabSz="685800" rtl="0" eaLnBrk="1" latinLnBrk="0" hangingPunct="1">
              <a:lnSpc>
                <a:spcPct val="90000"/>
              </a:lnSpc>
              <a:spcBef>
                <a:spcPct val="0"/>
              </a:spcBef>
              <a:buNone/>
              <a:defRPr sz="4800" kern="1200">
                <a:solidFill>
                  <a:schemeClr val="bg1"/>
                </a:solidFill>
                <a:latin typeface="微软雅黑" panose="020B0503020204020204" pitchFamily="34" charset="-122"/>
                <a:ea typeface="微软雅黑" panose="020B0503020204020204" pitchFamily="34" charset="-122"/>
                <a:cs typeface="+mj-cs"/>
              </a:defRPr>
            </a:lvl1pPr>
          </a:lstStyle>
          <a:p>
            <a:r>
              <a:rPr lang="zh-CN" altLang="en-US" dirty="0"/>
              <a:t>本节课的主要内容包括</a:t>
            </a:r>
          </a:p>
        </p:txBody>
      </p:sp>
      <p:sp>
        <p:nvSpPr>
          <p:cNvPr id="3" name="文本框 2">
            <a:extLst>
              <a:ext uri="{FF2B5EF4-FFF2-40B4-BE49-F238E27FC236}">
                <a16:creationId xmlns:a16="http://schemas.microsoft.com/office/drawing/2014/main" id="{21C06F9D-3597-D8B9-1E43-941F7E21AB78}"/>
              </a:ext>
            </a:extLst>
          </p:cNvPr>
          <p:cNvSpPr txBox="1"/>
          <p:nvPr/>
        </p:nvSpPr>
        <p:spPr>
          <a:xfrm>
            <a:off x="634749" y="1278854"/>
            <a:ext cx="7140473" cy="2351093"/>
          </a:xfrm>
          <a:prstGeom prst="rect">
            <a:avLst/>
          </a:prstGeom>
          <a:noFill/>
        </p:spPr>
        <p:txBody>
          <a:bodyPr wrap="square">
            <a:spAutoFit/>
          </a:bodyPr>
          <a:lstStyle/>
          <a:p>
            <a:pPr marL="342900" indent="-342900">
              <a:lnSpc>
                <a:spcPct val="150000"/>
              </a:lnSpc>
              <a:buFontTx/>
              <a:buChar char="-"/>
            </a:pPr>
            <a:r>
              <a:rPr lang="zh-CN" altLang="en-US" sz="2000" b="1" dirty="0">
                <a:solidFill>
                  <a:schemeClr val="accent4">
                    <a:lumMod val="40000"/>
                    <a:lumOff val="60000"/>
                  </a:schemeClr>
                </a:solidFill>
                <a:latin typeface="Helvetica Neue" panose="02000503000000020004" pitchFamily="2" charset="0"/>
              </a:rPr>
              <a:t>索引的定义和作用</a:t>
            </a:r>
            <a:endParaRPr lang="en-US" altLang="zh-CN" sz="2000" b="1" dirty="0">
              <a:solidFill>
                <a:schemeClr val="accent4">
                  <a:lumMod val="40000"/>
                  <a:lumOff val="60000"/>
                </a:schemeClr>
              </a:solidFill>
              <a:latin typeface="Helvetica Neue" panose="02000503000000020004" pitchFamily="2" charset="0"/>
            </a:endParaRPr>
          </a:p>
          <a:p>
            <a:pPr marL="342900" indent="-342900">
              <a:lnSpc>
                <a:spcPct val="150000"/>
              </a:lnSpc>
              <a:buFontTx/>
              <a:buChar char="-"/>
            </a:pPr>
            <a:r>
              <a:rPr lang="zh-CN" altLang="en-US" sz="2000" b="1" dirty="0">
                <a:solidFill>
                  <a:schemeClr val="accent4">
                    <a:lumMod val="40000"/>
                    <a:lumOff val="60000"/>
                  </a:schemeClr>
                </a:solidFill>
                <a:latin typeface="Helvetica Neue" panose="02000503000000020004" pitchFamily="2" charset="0"/>
              </a:rPr>
              <a:t>索引的结构（哈希、</a:t>
            </a:r>
            <a:r>
              <a:rPr lang="en-US" altLang="zh-CN" sz="2000" b="1" dirty="0">
                <a:solidFill>
                  <a:schemeClr val="accent4">
                    <a:lumMod val="40000"/>
                    <a:lumOff val="60000"/>
                  </a:schemeClr>
                </a:solidFill>
                <a:latin typeface="Helvetica Neue" panose="02000503000000020004" pitchFamily="2" charset="0"/>
              </a:rPr>
              <a:t>B</a:t>
            </a:r>
            <a:r>
              <a:rPr lang="zh-CN" altLang="en-US" sz="2000" b="1" dirty="0">
                <a:solidFill>
                  <a:schemeClr val="accent4">
                    <a:lumMod val="40000"/>
                    <a:lumOff val="60000"/>
                  </a:schemeClr>
                </a:solidFill>
                <a:latin typeface="Helvetica Neue" panose="02000503000000020004" pitchFamily="2" charset="0"/>
              </a:rPr>
              <a:t>树、</a:t>
            </a:r>
            <a:r>
              <a:rPr lang="en-US" altLang="zh-CN" sz="2000" b="1" dirty="0">
                <a:solidFill>
                  <a:schemeClr val="accent4">
                    <a:lumMod val="40000"/>
                    <a:lumOff val="60000"/>
                  </a:schemeClr>
                </a:solidFill>
                <a:latin typeface="Helvetica Neue" panose="02000503000000020004" pitchFamily="2" charset="0"/>
              </a:rPr>
              <a:t>B+</a:t>
            </a:r>
            <a:r>
              <a:rPr lang="zh-CN" altLang="en-US" sz="2000" b="1" dirty="0">
                <a:solidFill>
                  <a:schemeClr val="accent4">
                    <a:lumMod val="40000"/>
                    <a:lumOff val="60000"/>
                  </a:schemeClr>
                </a:solidFill>
                <a:latin typeface="Helvetica Neue" panose="02000503000000020004" pitchFamily="2" charset="0"/>
              </a:rPr>
              <a:t>树）</a:t>
            </a:r>
            <a:endParaRPr lang="en-US" altLang="zh-CN" sz="2000" b="1" dirty="0">
              <a:solidFill>
                <a:schemeClr val="accent4">
                  <a:lumMod val="40000"/>
                  <a:lumOff val="60000"/>
                </a:schemeClr>
              </a:solidFill>
              <a:latin typeface="Helvetica Neue" panose="02000503000000020004" pitchFamily="2" charset="0"/>
            </a:endParaRPr>
          </a:p>
          <a:p>
            <a:pPr marL="342900" indent="-342900">
              <a:lnSpc>
                <a:spcPct val="150000"/>
              </a:lnSpc>
              <a:buFontTx/>
              <a:buChar char="-"/>
            </a:pPr>
            <a:r>
              <a:rPr lang="zh-CN" altLang="en-US" sz="2000" b="1" dirty="0">
                <a:solidFill>
                  <a:schemeClr val="accent4">
                    <a:lumMod val="40000"/>
                    <a:lumOff val="60000"/>
                  </a:schemeClr>
                </a:solidFill>
                <a:latin typeface="Helvetica Neue" panose="02000503000000020004" pitchFamily="2" charset="0"/>
              </a:rPr>
              <a:t>索引的分类</a:t>
            </a:r>
            <a:endParaRPr lang="en-US" altLang="zh-CN" sz="2000" b="1" dirty="0">
              <a:solidFill>
                <a:schemeClr val="accent4">
                  <a:lumMod val="40000"/>
                  <a:lumOff val="60000"/>
                </a:schemeClr>
              </a:solidFill>
              <a:latin typeface="Helvetica Neue" panose="02000503000000020004" pitchFamily="2" charset="0"/>
            </a:endParaRPr>
          </a:p>
          <a:p>
            <a:pPr marL="342900" indent="-342900">
              <a:lnSpc>
                <a:spcPct val="150000"/>
              </a:lnSpc>
              <a:buFontTx/>
              <a:buChar char="-"/>
            </a:pPr>
            <a:r>
              <a:rPr lang="zh-CN" altLang="en-US" sz="2000" b="1" dirty="0">
                <a:solidFill>
                  <a:schemeClr val="accent4">
                    <a:lumMod val="40000"/>
                    <a:lumOff val="60000"/>
                  </a:schemeClr>
                </a:solidFill>
                <a:latin typeface="Helvetica Neue" panose="02000503000000020004" pitchFamily="2" charset="0"/>
              </a:rPr>
              <a:t>索引使用实战</a:t>
            </a:r>
            <a:endParaRPr lang="en-US" altLang="zh-CN" sz="2000" b="1" dirty="0">
              <a:solidFill>
                <a:schemeClr val="accent4">
                  <a:lumMod val="40000"/>
                  <a:lumOff val="60000"/>
                </a:schemeClr>
              </a:solidFill>
              <a:latin typeface="Helvetica Neue" panose="02000503000000020004" pitchFamily="2" charset="0"/>
            </a:endParaRPr>
          </a:p>
          <a:p>
            <a:pPr marL="342900" indent="-342900">
              <a:lnSpc>
                <a:spcPct val="150000"/>
              </a:lnSpc>
              <a:buFontTx/>
              <a:buChar char="-"/>
            </a:pPr>
            <a:r>
              <a:rPr lang="zh-CN" altLang="en-US" sz="2000" b="1" dirty="0">
                <a:solidFill>
                  <a:schemeClr val="accent4">
                    <a:lumMod val="40000"/>
                    <a:lumOff val="60000"/>
                  </a:schemeClr>
                </a:solidFill>
                <a:latin typeface="Helvetica Neue" panose="02000503000000020004" pitchFamily="2" charset="0"/>
              </a:rPr>
              <a:t>最左前缀匹配原则</a:t>
            </a:r>
            <a:endParaRPr lang="en-US" altLang="zh-CN" sz="2000" b="1" dirty="0">
              <a:solidFill>
                <a:schemeClr val="accent4">
                  <a:lumMod val="40000"/>
                  <a:lumOff val="60000"/>
                </a:schemeClr>
              </a:solidFill>
              <a:latin typeface="Helvetica Neue" panose="02000503000000020004" pitchFamily="2" charset="0"/>
            </a:endParaRPr>
          </a:p>
        </p:txBody>
      </p:sp>
    </p:spTree>
    <p:extLst>
      <p:ext uri="{BB962C8B-B14F-4D97-AF65-F5344CB8AC3E}">
        <p14:creationId xmlns:p14="http://schemas.microsoft.com/office/powerpoint/2010/main" val="13555009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a:extLst>
              <a:ext uri="{FF2B5EF4-FFF2-40B4-BE49-F238E27FC236}">
                <a16:creationId xmlns:a16="http://schemas.microsoft.com/office/drawing/2014/main" id="{CE4C9717-A43F-B0B8-2DB6-0F8B45681D36}"/>
              </a:ext>
            </a:extLst>
          </p:cNvPr>
          <p:cNvSpPr txBox="1">
            <a:spLocks/>
          </p:cNvSpPr>
          <p:nvPr/>
        </p:nvSpPr>
        <p:spPr>
          <a:xfrm>
            <a:off x="668692" y="560250"/>
            <a:ext cx="10405707" cy="757130"/>
          </a:xfrm>
          <a:prstGeom prst="rect">
            <a:avLst/>
          </a:prstGeom>
        </p:spPr>
        <p:txBody>
          <a:bodyPr vert="horz" wrap="square" lIns="91440" tIns="45720" rIns="91440" bIns="45720" rtlCol="0" anchor="ctr">
            <a:spAutoFit/>
          </a:bodyPr>
          <a:lstStyle>
            <a:lvl1pPr algn="l" defTabSz="685800" rtl="0" eaLnBrk="1" latinLnBrk="0" hangingPunct="1">
              <a:lnSpc>
                <a:spcPct val="90000"/>
              </a:lnSpc>
              <a:spcBef>
                <a:spcPct val="0"/>
              </a:spcBef>
              <a:buNone/>
              <a:defRPr sz="4800" kern="1200">
                <a:solidFill>
                  <a:schemeClr val="bg1"/>
                </a:solidFill>
                <a:latin typeface="微软雅黑" panose="020B0503020204020204" pitchFamily="34" charset="-122"/>
                <a:ea typeface="微软雅黑" panose="020B0503020204020204" pitchFamily="34" charset="-122"/>
                <a:cs typeface="+mj-cs"/>
              </a:defRPr>
            </a:lvl1pPr>
          </a:lstStyle>
          <a:p>
            <a:r>
              <a:rPr lang="zh-CN" altLang="en-US" sz="4800" b="1" dirty="0">
                <a:latin typeface="Helvetica Neue" panose="02000503000000020004" pitchFamily="2" charset="0"/>
              </a:rPr>
              <a:t>索引的定义和作用</a:t>
            </a:r>
            <a:endParaRPr lang="zh-CN" altLang="en-US" dirty="0"/>
          </a:p>
        </p:txBody>
      </p:sp>
      <p:sp>
        <p:nvSpPr>
          <p:cNvPr id="3" name="文本框 2">
            <a:extLst>
              <a:ext uri="{FF2B5EF4-FFF2-40B4-BE49-F238E27FC236}">
                <a16:creationId xmlns:a16="http://schemas.microsoft.com/office/drawing/2014/main" id="{D1678B13-7BD8-D25A-7ADD-682EF09DC889}"/>
              </a:ext>
            </a:extLst>
          </p:cNvPr>
          <p:cNvSpPr txBox="1"/>
          <p:nvPr/>
        </p:nvSpPr>
        <p:spPr>
          <a:xfrm>
            <a:off x="668692" y="1401596"/>
            <a:ext cx="10721798" cy="5033686"/>
          </a:xfrm>
          <a:prstGeom prst="rect">
            <a:avLst/>
          </a:prstGeom>
          <a:noFill/>
        </p:spPr>
        <p:txBody>
          <a:bodyPr wrap="square">
            <a:spAutoFit/>
          </a:bodyPr>
          <a:lstStyle/>
          <a:p>
            <a:pPr marL="285750" indent="-285750">
              <a:lnSpc>
                <a:spcPct val="150000"/>
              </a:lnSpc>
              <a:buFontTx/>
              <a:buChar char="-"/>
            </a:pPr>
            <a:r>
              <a:rPr lang="zh-CN" altLang="en-US" b="1" dirty="0">
                <a:solidFill>
                  <a:schemeClr val="bg1"/>
                </a:solidFill>
                <a:latin typeface="Helvetica Neue" panose="02000503000000020004" pitchFamily="2" charset="0"/>
              </a:rPr>
              <a:t>索引</a:t>
            </a:r>
            <a:r>
              <a:rPr lang="zh-CN" altLang="en-US" b="1" dirty="0">
                <a:solidFill>
                  <a:schemeClr val="accent4">
                    <a:lumMod val="40000"/>
                    <a:lumOff val="60000"/>
                  </a:schemeClr>
                </a:solidFill>
                <a:latin typeface="Helvetica Neue" panose="02000503000000020004" pitchFamily="2" charset="0"/>
              </a:rPr>
              <a:t>：</a:t>
            </a:r>
            <a:r>
              <a:rPr lang="en-US" altLang="zh-CN" b="1" dirty="0">
                <a:solidFill>
                  <a:schemeClr val="accent4">
                    <a:lumMod val="40000"/>
                    <a:lumOff val="60000"/>
                  </a:schemeClr>
                </a:solidFill>
                <a:latin typeface="Helvetica Neue" panose="02000503000000020004" pitchFamily="2" charset="0"/>
              </a:rPr>
              <a:t>index</a:t>
            </a:r>
            <a:r>
              <a:rPr lang="zh-CN" altLang="en-US" b="1" dirty="0">
                <a:solidFill>
                  <a:schemeClr val="accent4">
                    <a:lumMod val="40000"/>
                    <a:lumOff val="60000"/>
                  </a:schemeClr>
                </a:solidFill>
                <a:latin typeface="Helvetica Neue" panose="02000503000000020004" pitchFamily="2" charset="0"/>
              </a:rPr>
              <a:t> ，在 </a:t>
            </a:r>
            <a:r>
              <a:rPr lang="en-US" altLang="zh-CN" b="1" dirty="0">
                <a:solidFill>
                  <a:schemeClr val="accent4">
                    <a:lumMod val="40000"/>
                    <a:lumOff val="60000"/>
                  </a:schemeClr>
                </a:solidFill>
                <a:latin typeface="Helvetica Neue" panose="02000503000000020004" pitchFamily="2" charset="0"/>
              </a:rPr>
              <a:t>MySQL</a:t>
            </a:r>
            <a:r>
              <a:rPr lang="zh-CN" altLang="en-US" b="1" dirty="0">
                <a:solidFill>
                  <a:schemeClr val="accent4">
                    <a:lumMod val="40000"/>
                    <a:lumOff val="60000"/>
                  </a:schemeClr>
                </a:solidFill>
                <a:latin typeface="Helvetica Neue" panose="02000503000000020004" pitchFamily="2" charset="0"/>
              </a:rPr>
              <a:t> 中也叫做“键（</a:t>
            </a:r>
            <a:r>
              <a:rPr lang="en-US" altLang="zh-CN" b="1" dirty="0">
                <a:solidFill>
                  <a:schemeClr val="accent4">
                    <a:lumMod val="40000"/>
                    <a:lumOff val="60000"/>
                  </a:schemeClr>
                </a:solidFill>
                <a:latin typeface="Helvetica Neue" panose="02000503000000020004" pitchFamily="2" charset="0"/>
              </a:rPr>
              <a:t>key</a:t>
            </a:r>
            <a:r>
              <a:rPr lang="zh-CN" altLang="en-US" b="1" dirty="0">
                <a:solidFill>
                  <a:schemeClr val="accent4">
                    <a:lumMod val="40000"/>
                    <a:lumOff val="60000"/>
                  </a:schemeClr>
                </a:solidFill>
                <a:latin typeface="Helvetica Neue" panose="02000503000000020004" pitchFamily="2" charset="0"/>
              </a:rPr>
              <a:t>）”，是一种用于快速找到记录的数据结构。在 </a:t>
            </a:r>
            <a:r>
              <a:rPr lang="en-US" altLang="zh-CN" b="1" dirty="0">
                <a:solidFill>
                  <a:schemeClr val="accent4">
                    <a:lumMod val="40000"/>
                    <a:lumOff val="60000"/>
                  </a:schemeClr>
                </a:solidFill>
                <a:latin typeface="Helvetica Neue" panose="02000503000000020004" pitchFamily="2" charset="0"/>
              </a:rPr>
              <a:t>MySQL</a:t>
            </a:r>
            <a:r>
              <a:rPr lang="zh-CN" altLang="en-US" b="1" dirty="0">
                <a:solidFill>
                  <a:schemeClr val="accent4">
                    <a:lumMod val="40000"/>
                    <a:lumOff val="60000"/>
                  </a:schemeClr>
                </a:solidFill>
                <a:latin typeface="Helvetica Neue" panose="02000503000000020004" pitchFamily="2" charset="0"/>
              </a:rPr>
              <a:t> 中，存储引擎根据索引快速定位到对应的数据行。类比看书，如果我们想在一本书中找到某个主题，可以根据书的目录快速找到该主题对应的页码。</a:t>
            </a:r>
          </a:p>
          <a:p>
            <a:pPr marL="285750" indent="-285750">
              <a:lnSpc>
                <a:spcPct val="150000"/>
              </a:lnSpc>
              <a:buFontTx/>
              <a:buChar char="-"/>
            </a:pPr>
            <a:r>
              <a:rPr lang="zh-CN" altLang="en-US" b="1" dirty="0">
                <a:solidFill>
                  <a:schemeClr val="bg1"/>
                </a:solidFill>
                <a:latin typeface="Helvetica Neue" panose="02000503000000020004" pitchFamily="2" charset="0"/>
              </a:rPr>
              <a:t>索引的作用</a:t>
            </a:r>
            <a:r>
              <a:rPr lang="zh-CN" altLang="en" b="1" dirty="0">
                <a:solidFill>
                  <a:schemeClr val="accent4">
                    <a:lumMod val="40000"/>
                    <a:lumOff val="60000"/>
                  </a:schemeClr>
                </a:solidFill>
                <a:latin typeface="Helvetica Neue" panose="02000503000000020004" pitchFamily="2" charset="0"/>
              </a:rPr>
              <a:t>：</a:t>
            </a:r>
            <a:endParaRPr lang="en-US" altLang="zh-CN" b="1" dirty="0">
              <a:solidFill>
                <a:schemeClr val="accent4">
                  <a:lumMod val="40000"/>
                  <a:lumOff val="60000"/>
                </a:schemeClr>
              </a:solidFill>
              <a:latin typeface="Helvetica Neue" panose="02000503000000020004" pitchFamily="2" charset="0"/>
            </a:endParaRPr>
          </a:p>
          <a:p>
            <a:pPr marL="742950" lvl="1" indent="-285750">
              <a:lnSpc>
                <a:spcPct val="150000"/>
              </a:lnSpc>
              <a:buFontTx/>
              <a:buChar char="-"/>
            </a:pPr>
            <a:r>
              <a:rPr lang="zh-CN" altLang="en-US" b="1" dirty="0">
                <a:solidFill>
                  <a:schemeClr val="accent4">
                    <a:lumMod val="40000"/>
                    <a:lumOff val="60000"/>
                  </a:schemeClr>
                </a:solidFill>
                <a:latin typeface="Helvetica Neue" panose="02000503000000020004" pitchFamily="2" charset="0"/>
              </a:rPr>
              <a:t>提高查询效率：索引可以加速查询操作，减少数据库的扫描次数，从而提高查询效率。</a:t>
            </a:r>
          </a:p>
          <a:p>
            <a:pPr marL="742950" lvl="1" indent="-285750">
              <a:lnSpc>
                <a:spcPct val="150000"/>
              </a:lnSpc>
              <a:buFontTx/>
              <a:buChar char="-"/>
            </a:pPr>
            <a:r>
              <a:rPr lang="zh-CN" altLang="en-US" b="1" dirty="0">
                <a:solidFill>
                  <a:schemeClr val="accent4">
                    <a:lumMod val="40000"/>
                    <a:lumOff val="60000"/>
                  </a:schemeClr>
                </a:solidFill>
                <a:latin typeface="Helvetica Neue" panose="02000503000000020004" pitchFamily="2" charset="0"/>
              </a:rPr>
              <a:t>保证数据的唯一性和完整性：索引可以用于保证表中某些列的值是唯一的，从而保证数据的唯一性和完整性。</a:t>
            </a:r>
          </a:p>
          <a:p>
            <a:pPr marL="742950" lvl="1" indent="-285750">
              <a:lnSpc>
                <a:spcPct val="150000"/>
              </a:lnSpc>
              <a:buFontTx/>
              <a:buChar char="-"/>
            </a:pPr>
            <a:r>
              <a:rPr lang="zh-CN" altLang="en-US" b="1" dirty="0">
                <a:solidFill>
                  <a:schemeClr val="accent4">
                    <a:lumMod val="40000"/>
                    <a:lumOff val="60000"/>
                  </a:schemeClr>
                </a:solidFill>
                <a:latin typeface="Helvetica Neue" panose="02000503000000020004" pitchFamily="2" charset="0"/>
              </a:rPr>
              <a:t>加速数据的排序和分组：索引可以用于加速数据的排序和分组操作，从而提高查询效率。</a:t>
            </a:r>
          </a:p>
          <a:p>
            <a:pPr marL="742950" lvl="1" indent="-285750">
              <a:lnSpc>
                <a:spcPct val="150000"/>
              </a:lnSpc>
              <a:buFontTx/>
              <a:buChar char="-"/>
            </a:pPr>
            <a:r>
              <a:rPr lang="zh-CN" altLang="en-US" b="1" dirty="0">
                <a:solidFill>
                  <a:schemeClr val="accent4">
                    <a:lumMod val="40000"/>
                    <a:lumOff val="60000"/>
                  </a:schemeClr>
                </a:solidFill>
                <a:latin typeface="Helvetica Neue" panose="02000503000000020004" pitchFamily="2" charset="0"/>
              </a:rPr>
              <a:t>减少数据库的锁竞争：索引可以减少数据库的锁竞争，从而提高数据库的并发性能。</a:t>
            </a:r>
          </a:p>
          <a:p>
            <a:pPr marL="285750" indent="-285750">
              <a:lnSpc>
                <a:spcPct val="150000"/>
              </a:lnSpc>
              <a:buFontTx/>
              <a:buChar char="-"/>
            </a:pPr>
            <a:r>
              <a:rPr lang="zh-CN" altLang="en-US" b="1" dirty="0">
                <a:solidFill>
                  <a:schemeClr val="bg1"/>
                </a:solidFill>
                <a:latin typeface="Helvetica Neue" panose="02000503000000020004" pitchFamily="2" charset="0"/>
              </a:rPr>
              <a:t>使用索引需注意</a:t>
            </a:r>
            <a:r>
              <a:rPr lang="zh-CN" altLang="en-US" b="1" dirty="0">
                <a:solidFill>
                  <a:schemeClr val="accent4">
                    <a:lumMod val="40000"/>
                    <a:lumOff val="60000"/>
                  </a:schemeClr>
                </a:solidFill>
                <a:latin typeface="Helvetica Neue" panose="02000503000000020004" pitchFamily="2" charset="0"/>
              </a:rPr>
              <a:t>：索引的建立和维护需要消耗一定的资源（索引也占用存储空间，插入、更新、删除数据时也需要变更相关索引），因此在建立索引时需要考虑索引的数量和列的选择。通常情况下，只需要建立必要的索引，避免建立过多的索引，以减少索引的维护成本和磁盘空间的占用。</a:t>
            </a:r>
            <a:endParaRPr lang="en-US" altLang="zh-CN" b="1" dirty="0">
              <a:solidFill>
                <a:schemeClr val="accent4">
                  <a:lumMod val="40000"/>
                  <a:lumOff val="60000"/>
                </a:schemeClr>
              </a:solidFill>
              <a:latin typeface="Helvetica Neue" panose="02000503000000020004" pitchFamily="2" charset="0"/>
            </a:endParaRPr>
          </a:p>
        </p:txBody>
      </p:sp>
    </p:spTree>
    <p:extLst>
      <p:ext uri="{BB962C8B-B14F-4D97-AF65-F5344CB8AC3E}">
        <p14:creationId xmlns:p14="http://schemas.microsoft.com/office/powerpoint/2010/main" val="464925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a:extLst>
              <a:ext uri="{FF2B5EF4-FFF2-40B4-BE49-F238E27FC236}">
                <a16:creationId xmlns:a16="http://schemas.microsoft.com/office/drawing/2014/main" id="{CE4C9717-A43F-B0B8-2DB6-0F8B45681D36}"/>
              </a:ext>
            </a:extLst>
          </p:cNvPr>
          <p:cNvSpPr txBox="1">
            <a:spLocks/>
          </p:cNvSpPr>
          <p:nvPr/>
        </p:nvSpPr>
        <p:spPr>
          <a:xfrm>
            <a:off x="668692" y="560250"/>
            <a:ext cx="10405707" cy="757130"/>
          </a:xfrm>
          <a:prstGeom prst="rect">
            <a:avLst/>
          </a:prstGeom>
        </p:spPr>
        <p:txBody>
          <a:bodyPr vert="horz" wrap="square" lIns="91440" tIns="45720" rIns="91440" bIns="45720" rtlCol="0" anchor="ctr">
            <a:spAutoFit/>
          </a:bodyPr>
          <a:lstStyle>
            <a:lvl1pPr algn="l" defTabSz="685800" rtl="0" eaLnBrk="1" latinLnBrk="0" hangingPunct="1">
              <a:lnSpc>
                <a:spcPct val="90000"/>
              </a:lnSpc>
              <a:spcBef>
                <a:spcPct val="0"/>
              </a:spcBef>
              <a:buNone/>
              <a:defRPr sz="4800" kern="1200">
                <a:solidFill>
                  <a:schemeClr val="bg1"/>
                </a:solidFill>
                <a:latin typeface="微软雅黑" panose="020B0503020204020204" pitchFamily="34" charset="-122"/>
                <a:ea typeface="微软雅黑" panose="020B0503020204020204" pitchFamily="34" charset="-122"/>
                <a:cs typeface="+mj-cs"/>
              </a:defRPr>
            </a:lvl1pPr>
          </a:lstStyle>
          <a:p>
            <a:r>
              <a:rPr lang="zh-CN" altLang="en-US" sz="4800" b="1" dirty="0">
                <a:latin typeface="Helvetica Neue" panose="02000503000000020004" pitchFamily="2" charset="0"/>
              </a:rPr>
              <a:t>索引的结构 </a:t>
            </a:r>
            <a:r>
              <a:rPr lang="en-US" altLang="zh-CN" sz="4800" b="1" dirty="0">
                <a:latin typeface="Helvetica Neue" panose="02000503000000020004" pitchFamily="2" charset="0"/>
              </a:rPr>
              <a:t>–</a:t>
            </a:r>
            <a:r>
              <a:rPr lang="zh-CN" altLang="en-US" sz="4800" b="1" dirty="0">
                <a:latin typeface="Helvetica Neue" panose="02000503000000020004" pitchFamily="2" charset="0"/>
              </a:rPr>
              <a:t> 哈希索引</a:t>
            </a:r>
            <a:endParaRPr lang="zh-CN" altLang="en-US" dirty="0"/>
          </a:p>
        </p:txBody>
      </p:sp>
      <p:sp>
        <p:nvSpPr>
          <p:cNvPr id="3" name="文本框 2">
            <a:extLst>
              <a:ext uri="{FF2B5EF4-FFF2-40B4-BE49-F238E27FC236}">
                <a16:creationId xmlns:a16="http://schemas.microsoft.com/office/drawing/2014/main" id="{D1678B13-7BD8-D25A-7ADD-682EF09DC889}"/>
              </a:ext>
            </a:extLst>
          </p:cNvPr>
          <p:cNvSpPr txBox="1"/>
          <p:nvPr/>
        </p:nvSpPr>
        <p:spPr>
          <a:xfrm>
            <a:off x="735101" y="1317380"/>
            <a:ext cx="10721798" cy="422039"/>
          </a:xfrm>
          <a:prstGeom prst="rect">
            <a:avLst/>
          </a:prstGeom>
          <a:noFill/>
        </p:spPr>
        <p:txBody>
          <a:bodyPr wrap="square">
            <a:spAutoFit/>
          </a:bodyPr>
          <a:lstStyle/>
          <a:p>
            <a:pPr>
              <a:lnSpc>
                <a:spcPct val="150000"/>
              </a:lnSpc>
            </a:pPr>
            <a:r>
              <a:rPr lang="en-US" altLang="zh-CN" sz="1600" b="1" dirty="0">
                <a:solidFill>
                  <a:srgbClr val="FFE79A"/>
                </a:solidFill>
                <a:latin typeface="Helvetica Neue" panose="02000503000000020004" pitchFamily="2" charset="0"/>
              </a:rPr>
              <a:t>MySQL</a:t>
            </a:r>
            <a:r>
              <a:rPr lang="zh-CN" altLang="en-US" sz="1600" b="1" dirty="0">
                <a:solidFill>
                  <a:srgbClr val="FFE79A"/>
                </a:solidFill>
                <a:latin typeface="Helvetica Neue" panose="02000503000000020004" pitchFamily="2" charset="0"/>
              </a:rPr>
              <a:t>常用的索引结构有：哈希索引（</a:t>
            </a:r>
            <a:r>
              <a:rPr lang="en-US" altLang="zh-CN" sz="1600" b="1" dirty="0">
                <a:solidFill>
                  <a:srgbClr val="FFE79A"/>
                </a:solidFill>
                <a:latin typeface="Helvetica Neue" panose="02000503000000020004" pitchFamily="2" charset="0"/>
              </a:rPr>
              <a:t>HASH</a:t>
            </a:r>
            <a:r>
              <a:rPr lang="zh-CN" altLang="en-US" sz="1600" b="1" dirty="0">
                <a:solidFill>
                  <a:srgbClr val="FFE79A"/>
                </a:solidFill>
                <a:latin typeface="Helvetica Neue" panose="02000503000000020004" pitchFamily="2" charset="0"/>
              </a:rPr>
              <a:t>）、</a:t>
            </a:r>
            <a:r>
              <a:rPr lang="en-US" altLang="zh-CN" sz="1600" b="1" dirty="0">
                <a:solidFill>
                  <a:srgbClr val="FFE79A"/>
                </a:solidFill>
                <a:latin typeface="Helvetica Neue" panose="02000503000000020004" pitchFamily="2" charset="0"/>
              </a:rPr>
              <a:t>B</a:t>
            </a:r>
            <a:r>
              <a:rPr lang="zh-CN" altLang="en-US" sz="1600" b="1" dirty="0">
                <a:solidFill>
                  <a:srgbClr val="FFE79A"/>
                </a:solidFill>
                <a:latin typeface="Helvetica Neue" panose="02000503000000020004" pitchFamily="2" charset="0"/>
              </a:rPr>
              <a:t>树索引（</a:t>
            </a:r>
            <a:r>
              <a:rPr lang="en-US" altLang="zh-CN" sz="1600" b="1" dirty="0">
                <a:solidFill>
                  <a:srgbClr val="FFE79A"/>
                </a:solidFill>
                <a:latin typeface="Helvetica Neue" panose="02000503000000020004" pitchFamily="2" charset="0"/>
              </a:rPr>
              <a:t>B-TREE</a:t>
            </a:r>
            <a:r>
              <a:rPr lang="zh-CN" altLang="en-US" sz="1600" b="1" dirty="0">
                <a:solidFill>
                  <a:srgbClr val="FFE79A"/>
                </a:solidFill>
                <a:latin typeface="Helvetica Neue" panose="02000503000000020004" pitchFamily="2" charset="0"/>
              </a:rPr>
              <a:t>）、</a:t>
            </a:r>
            <a:r>
              <a:rPr lang="en-US" altLang="zh-CN" sz="1600" b="1" dirty="0">
                <a:solidFill>
                  <a:srgbClr val="FFE79A"/>
                </a:solidFill>
                <a:latin typeface="Helvetica Neue" panose="02000503000000020004" pitchFamily="2" charset="0"/>
              </a:rPr>
              <a:t>B+</a:t>
            </a:r>
            <a:r>
              <a:rPr lang="zh-CN" altLang="en-US" sz="1600" b="1" dirty="0">
                <a:solidFill>
                  <a:srgbClr val="FFE79A"/>
                </a:solidFill>
                <a:latin typeface="Helvetica Neue" panose="02000503000000020004" pitchFamily="2" charset="0"/>
              </a:rPr>
              <a:t>树索引（</a:t>
            </a:r>
            <a:r>
              <a:rPr lang="en-US" altLang="zh-CN" sz="1600" b="1" dirty="0">
                <a:solidFill>
                  <a:srgbClr val="FFE79A"/>
                </a:solidFill>
                <a:latin typeface="Helvetica Neue" panose="02000503000000020004" pitchFamily="2" charset="0"/>
              </a:rPr>
              <a:t>B+TREE</a:t>
            </a:r>
            <a:r>
              <a:rPr lang="zh-CN" altLang="en-US" sz="1600" b="1" dirty="0">
                <a:solidFill>
                  <a:srgbClr val="FFE79A"/>
                </a:solidFill>
                <a:latin typeface="Helvetica Neue" panose="02000503000000020004" pitchFamily="2" charset="0"/>
              </a:rPr>
              <a:t>）</a:t>
            </a:r>
          </a:p>
        </p:txBody>
      </p:sp>
      <p:sp>
        <p:nvSpPr>
          <p:cNvPr id="2" name="文本框 1">
            <a:extLst>
              <a:ext uri="{FF2B5EF4-FFF2-40B4-BE49-F238E27FC236}">
                <a16:creationId xmlns:a16="http://schemas.microsoft.com/office/drawing/2014/main" id="{51721364-632F-6E47-4B52-55656A346CC0}"/>
              </a:ext>
            </a:extLst>
          </p:cNvPr>
          <p:cNvSpPr txBox="1"/>
          <p:nvPr/>
        </p:nvSpPr>
        <p:spPr>
          <a:xfrm>
            <a:off x="735101" y="1780584"/>
            <a:ext cx="10721798" cy="4153638"/>
          </a:xfrm>
          <a:prstGeom prst="rect">
            <a:avLst/>
          </a:prstGeom>
          <a:noFill/>
        </p:spPr>
        <p:txBody>
          <a:bodyPr wrap="square">
            <a:spAutoFit/>
          </a:bodyPr>
          <a:lstStyle/>
          <a:p>
            <a:pPr>
              <a:lnSpc>
                <a:spcPct val="150000"/>
              </a:lnSpc>
            </a:pPr>
            <a:r>
              <a:rPr lang="zh-CN" altLang="en-US" b="1" dirty="0">
                <a:solidFill>
                  <a:schemeClr val="bg1"/>
                </a:solidFill>
                <a:latin typeface="Helvetica Neue" panose="02000503000000020004" pitchFamily="2" charset="0"/>
              </a:rPr>
              <a:t>哈希索引</a:t>
            </a:r>
            <a:endParaRPr lang="en-US" altLang="zh-CN" b="1" dirty="0">
              <a:solidFill>
                <a:schemeClr val="bg1"/>
              </a:solidFill>
              <a:latin typeface="Helvetica Neue" panose="02000503000000020004" pitchFamily="2" charset="0"/>
            </a:endParaRPr>
          </a:p>
          <a:p>
            <a:pPr marL="285750" indent="-285750">
              <a:lnSpc>
                <a:spcPct val="150000"/>
              </a:lnSpc>
              <a:buFontTx/>
              <a:buChar char="-"/>
            </a:pPr>
            <a:r>
              <a:rPr lang="zh-CN" altLang="en-US" sz="1600" b="1" dirty="0">
                <a:solidFill>
                  <a:schemeClr val="bg1"/>
                </a:solidFill>
                <a:latin typeface="Helvetica Neue" panose="02000503000000020004" pitchFamily="2" charset="0"/>
              </a:rPr>
              <a:t>定义：</a:t>
            </a:r>
            <a:r>
              <a:rPr lang="en-US" altLang="zh-CN" sz="1600" b="1" dirty="0">
                <a:solidFill>
                  <a:srgbClr val="FFE79A"/>
                </a:solidFill>
                <a:latin typeface="Helvetica Neue" panose="02000503000000020004" pitchFamily="2" charset="0"/>
              </a:rPr>
              <a:t>Hash</a:t>
            </a:r>
            <a:r>
              <a:rPr lang="zh-CN" altLang="en-US" sz="1600" b="1" dirty="0">
                <a:solidFill>
                  <a:srgbClr val="FFE79A"/>
                </a:solidFill>
                <a:latin typeface="Helvetica Neue" panose="02000503000000020004" pitchFamily="2" charset="0"/>
              </a:rPr>
              <a:t> </a:t>
            </a:r>
            <a:r>
              <a:rPr lang="en-US" altLang="zh-CN" sz="1600" b="1" dirty="0">
                <a:solidFill>
                  <a:srgbClr val="FFE79A"/>
                </a:solidFill>
                <a:latin typeface="Helvetica Neue" panose="02000503000000020004" pitchFamily="2" charset="0"/>
              </a:rPr>
              <a:t>Index</a:t>
            </a:r>
            <a:r>
              <a:rPr lang="zh-CN" altLang="en-US" sz="1600" b="1" dirty="0">
                <a:solidFill>
                  <a:srgbClr val="FFE79A"/>
                </a:solidFill>
                <a:latin typeface="Helvetica Neue" panose="02000503000000020004" pitchFamily="2" charset="0"/>
              </a:rPr>
              <a:t>，是一种基于哈希表实现的索引类型。哈希索引将索引列的值通过哈希函数计算得到一个哈希值，然后将哈希值与数据的物理地址关联起来，从而可以快速定位到需要查询的数据。类似 </a:t>
            </a:r>
            <a:r>
              <a:rPr lang="en-US" altLang="zh-CN" sz="1600" b="1" dirty="0">
                <a:solidFill>
                  <a:srgbClr val="FFE79A"/>
                </a:solidFill>
                <a:latin typeface="Helvetica Neue" panose="02000503000000020004" pitchFamily="2" charset="0"/>
              </a:rPr>
              <a:t>Java</a:t>
            </a:r>
            <a:r>
              <a:rPr lang="zh-CN" altLang="en-US" sz="1600" b="1" dirty="0">
                <a:solidFill>
                  <a:srgbClr val="FFE79A"/>
                </a:solidFill>
                <a:latin typeface="Helvetica Neue" panose="02000503000000020004" pitchFamily="2" charset="0"/>
              </a:rPr>
              <a:t> 中的</a:t>
            </a:r>
            <a:r>
              <a:rPr lang="en-US" altLang="zh-CN" sz="1600" b="1" dirty="0">
                <a:solidFill>
                  <a:srgbClr val="FFE79A"/>
                </a:solidFill>
                <a:latin typeface="Helvetica Neue" panose="02000503000000020004" pitchFamily="2" charset="0"/>
              </a:rPr>
              <a:t>HashMap</a:t>
            </a:r>
            <a:r>
              <a:rPr lang="zh-CN" altLang="en-US" sz="1600" b="1" dirty="0">
                <a:solidFill>
                  <a:srgbClr val="FFE79A"/>
                </a:solidFill>
                <a:latin typeface="Helvetica Neue" panose="02000503000000020004" pitchFamily="2" charset="0"/>
              </a:rPr>
              <a:t>。</a:t>
            </a:r>
            <a:endParaRPr lang="en-US" altLang="zh-CN" sz="1600" b="1" dirty="0">
              <a:solidFill>
                <a:srgbClr val="FFE79A"/>
              </a:solidFill>
              <a:latin typeface="Helvetica Neue" panose="02000503000000020004" pitchFamily="2" charset="0"/>
            </a:endParaRPr>
          </a:p>
          <a:p>
            <a:pPr marL="285750" indent="-285750">
              <a:lnSpc>
                <a:spcPct val="150000"/>
              </a:lnSpc>
              <a:buFontTx/>
              <a:buChar char="-"/>
            </a:pPr>
            <a:r>
              <a:rPr lang="zh-CN" altLang="en-US" sz="1600" b="1" dirty="0">
                <a:solidFill>
                  <a:schemeClr val="bg1"/>
                </a:solidFill>
                <a:latin typeface="Helvetica Neue" panose="02000503000000020004" pitchFamily="2" charset="0"/>
              </a:rPr>
              <a:t>优势：</a:t>
            </a:r>
            <a:endParaRPr lang="en-US" altLang="zh-CN" sz="1600" b="1" dirty="0">
              <a:solidFill>
                <a:schemeClr val="bg1"/>
              </a:solidFill>
              <a:latin typeface="Helvetica Neue" panose="02000503000000020004" pitchFamily="2" charset="0"/>
            </a:endParaRPr>
          </a:p>
          <a:p>
            <a:pPr marL="742950" lvl="1" indent="-285750">
              <a:lnSpc>
                <a:spcPct val="150000"/>
              </a:lnSpc>
              <a:buFontTx/>
              <a:buChar char="-"/>
            </a:pPr>
            <a:r>
              <a:rPr lang="zh-CN" altLang="en-US" sz="1600" b="1" dirty="0">
                <a:solidFill>
                  <a:srgbClr val="FFE79A"/>
                </a:solidFill>
                <a:latin typeface="Helvetica Neue" panose="02000503000000020004" pitchFamily="2" charset="0"/>
              </a:rPr>
              <a:t>对于等值查询非常有效，可以直接根据哈希值定位到需要查询的数据，速度非常快。</a:t>
            </a:r>
            <a:endParaRPr lang="en-US" altLang="zh-CN" sz="1600" b="1" dirty="0">
              <a:solidFill>
                <a:srgbClr val="FFE79A"/>
              </a:solidFill>
              <a:latin typeface="Helvetica Neue" panose="02000503000000020004" pitchFamily="2" charset="0"/>
            </a:endParaRPr>
          </a:p>
          <a:p>
            <a:pPr marL="285750" indent="-285750">
              <a:lnSpc>
                <a:spcPct val="150000"/>
              </a:lnSpc>
              <a:buFontTx/>
              <a:buChar char="-"/>
            </a:pPr>
            <a:r>
              <a:rPr lang="zh-CN" altLang="en-US" sz="1600" b="1" dirty="0">
                <a:solidFill>
                  <a:schemeClr val="bg1"/>
                </a:solidFill>
                <a:latin typeface="Helvetica Neue" panose="02000503000000020004" pitchFamily="2" charset="0"/>
              </a:rPr>
              <a:t>劣势</a:t>
            </a:r>
            <a:endParaRPr lang="en-US" altLang="zh-CN" sz="1600" b="1" dirty="0">
              <a:solidFill>
                <a:schemeClr val="bg1"/>
              </a:solidFill>
              <a:latin typeface="Helvetica Neue" panose="02000503000000020004" pitchFamily="2" charset="0"/>
            </a:endParaRPr>
          </a:p>
          <a:p>
            <a:pPr marL="742950" lvl="1" indent="-285750">
              <a:lnSpc>
                <a:spcPct val="150000"/>
              </a:lnSpc>
              <a:buFontTx/>
              <a:buChar char="-"/>
            </a:pPr>
            <a:r>
              <a:rPr lang="zh-CN" altLang="en-US" sz="1600" b="1" dirty="0">
                <a:solidFill>
                  <a:srgbClr val="FFE79A"/>
                </a:solidFill>
                <a:latin typeface="Helvetica Neue" panose="02000503000000020004" pitchFamily="2" charset="0"/>
              </a:rPr>
              <a:t>只支持等值查询，不支持范围查询</a:t>
            </a:r>
            <a:endParaRPr lang="en-US" altLang="zh-CN" sz="1600" b="1" dirty="0">
              <a:solidFill>
                <a:srgbClr val="FFE79A"/>
              </a:solidFill>
              <a:latin typeface="Helvetica Neue" panose="02000503000000020004" pitchFamily="2" charset="0"/>
            </a:endParaRPr>
          </a:p>
          <a:p>
            <a:pPr marL="742950" lvl="1" indent="-285750">
              <a:lnSpc>
                <a:spcPct val="150000"/>
              </a:lnSpc>
              <a:buFontTx/>
              <a:buChar char="-"/>
            </a:pPr>
            <a:r>
              <a:rPr lang="zh-CN" altLang="en-US" sz="1600" b="1" dirty="0">
                <a:solidFill>
                  <a:srgbClr val="FFE79A"/>
                </a:solidFill>
                <a:latin typeface="Helvetica Neue" panose="02000503000000020004" pitchFamily="2" charset="0"/>
              </a:rPr>
              <a:t>索引数据并不是按照索引值顺序存储，无法用于排序</a:t>
            </a:r>
            <a:endParaRPr lang="en-US" altLang="zh-CN" sz="1600" b="1" dirty="0">
              <a:solidFill>
                <a:srgbClr val="FFE79A"/>
              </a:solidFill>
              <a:latin typeface="Helvetica Neue" panose="02000503000000020004" pitchFamily="2" charset="0"/>
            </a:endParaRPr>
          </a:p>
          <a:p>
            <a:pPr marL="742950" lvl="1" indent="-285750">
              <a:lnSpc>
                <a:spcPct val="150000"/>
              </a:lnSpc>
              <a:buFontTx/>
              <a:buChar char="-"/>
            </a:pPr>
            <a:r>
              <a:rPr lang="zh-CN" altLang="en-US" sz="1600" b="1" dirty="0">
                <a:solidFill>
                  <a:srgbClr val="FFE79A"/>
                </a:solidFill>
                <a:latin typeface="Helvetica Neue" panose="02000503000000020004" pitchFamily="2" charset="0"/>
              </a:rPr>
              <a:t>不支持部分索引列匹配查找，例如在数据列（</a:t>
            </a:r>
            <a:r>
              <a:rPr lang="en-US" altLang="zh-CN" sz="1600" b="1" dirty="0">
                <a:solidFill>
                  <a:srgbClr val="FFE79A"/>
                </a:solidFill>
                <a:latin typeface="Helvetica Neue" panose="02000503000000020004" pitchFamily="2" charset="0"/>
              </a:rPr>
              <a:t>A</a:t>
            </a:r>
            <a:r>
              <a:rPr lang="zh-CN" altLang="en-US" sz="1600" b="1" dirty="0">
                <a:solidFill>
                  <a:srgbClr val="FFE79A"/>
                </a:solidFill>
                <a:latin typeface="Helvetica Neue" panose="02000503000000020004" pitchFamily="2" charset="0"/>
              </a:rPr>
              <a:t>，</a:t>
            </a:r>
            <a:r>
              <a:rPr lang="en-US" altLang="zh-CN" sz="1600" b="1" dirty="0">
                <a:solidFill>
                  <a:srgbClr val="FFE79A"/>
                </a:solidFill>
                <a:latin typeface="Helvetica Neue" panose="02000503000000020004" pitchFamily="2" charset="0"/>
              </a:rPr>
              <a:t>B</a:t>
            </a:r>
            <a:r>
              <a:rPr lang="zh-CN" altLang="en-US" sz="1600" b="1" dirty="0">
                <a:solidFill>
                  <a:srgbClr val="FFE79A"/>
                </a:solidFill>
                <a:latin typeface="Helvetica Neue" panose="02000503000000020004" pitchFamily="2" charset="0"/>
              </a:rPr>
              <a:t>）上建立哈希索引，如果查询条件只有数据列</a:t>
            </a:r>
            <a:r>
              <a:rPr lang="en-US" altLang="zh-CN" sz="1600" b="1" dirty="0">
                <a:solidFill>
                  <a:srgbClr val="FFE79A"/>
                </a:solidFill>
                <a:latin typeface="Helvetica Neue" panose="02000503000000020004" pitchFamily="2" charset="0"/>
              </a:rPr>
              <a:t>A</a:t>
            </a:r>
            <a:r>
              <a:rPr lang="zh-CN" altLang="en-US" sz="1600" b="1" dirty="0">
                <a:solidFill>
                  <a:srgbClr val="FFE79A"/>
                </a:solidFill>
                <a:latin typeface="Helvetica Neue" panose="02000503000000020004" pitchFamily="2" charset="0"/>
              </a:rPr>
              <a:t>，则无法使用索引。因为哈希索引始终使用索引列的全部内容来计算哈希值</a:t>
            </a:r>
            <a:endParaRPr lang="en-US" altLang="zh-CN" sz="1600" b="1" dirty="0">
              <a:solidFill>
                <a:srgbClr val="FFE79A"/>
              </a:solidFill>
              <a:latin typeface="Helvetica Neue" panose="02000503000000020004" pitchFamily="2" charset="0"/>
            </a:endParaRPr>
          </a:p>
          <a:p>
            <a:pPr marL="742950" lvl="1" indent="-285750">
              <a:lnSpc>
                <a:spcPct val="150000"/>
              </a:lnSpc>
              <a:buFontTx/>
              <a:buChar char="-"/>
            </a:pPr>
            <a:r>
              <a:rPr lang="zh-CN" altLang="en-US" sz="1600" b="1" dirty="0">
                <a:solidFill>
                  <a:srgbClr val="FFE79A"/>
                </a:solidFill>
                <a:latin typeface="Helvetica Neue" panose="02000503000000020004" pitchFamily="2" charset="0"/>
              </a:rPr>
              <a:t>如果哈希冲突较多（不同的数据值对应的哈希值相同），索引的维护代价较高。</a:t>
            </a:r>
          </a:p>
        </p:txBody>
      </p:sp>
    </p:spTree>
    <p:extLst>
      <p:ext uri="{BB962C8B-B14F-4D97-AF65-F5344CB8AC3E}">
        <p14:creationId xmlns:p14="http://schemas.microsoft.com/office/powerpoint/2010/main" val="15443974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a:extLst>
              <a:ext uri="{FF2B5EF4-FFF2-40B4-BE49-F238E27FC236}">
                <a16:creationId xmlns:a16="http://schemas.microsoft.com/office/drawing/2014/main" id="{CE4C9717-A43F-B0B8-2DB6-0F8B45681D36}"/>
              </a:ext>
            </a:extLst>
          </p:cNvPr>
          <p:cNvSpPr txBox="1">
            <a:spLocks/>
          </p:cNvSpPr>
          <p:nvPr/>
        </p:nvSpPr>
        <p:spPr>
          <a:xfrm>
            <a:off x="668692" y="560250"/>
            <a:ext cx="10405707" cy="757130"/>
          </a:xfrm>
          <a:prstGeom prst="rect">
            <a:avLst/>
          </a:prstGeom>
        </p:spPr>
        <p:txBody>
          <a:bodyPr vert="horz" wrap="square" lIns="91440" tIns="45720" rIns="91440" bIns="45720" rtlCol="0" anchor="ctr">
            <a:spAutoFit/>
          </a:bodyPr>
          <a:lstStyle>
            <a:lvl1pPr algn="l" defTabSz="685800" rtl="0" eaLnBrk="1" latinLnBrk="0" hangingPunct="1">
              <a:lnSpc>
                <a:spcPct val="90000"/>
              </a:lnSpc>
              <a:spcBef>
                <a:spcPct val="0"/>
              </a:spcBef>
              <a:buNone/>
              <a:defRPr sz="4800" kern="1200">
                <a:solidFill>
                  <a:schemeClr val="bg1"/>
                </a:solidFill>
                <a:latin typeface="微软雅黑" panose="020B0503020204020204" pitchFamily="34" charset="-122"/>
                <a:ea typeface="微软雅黑" panose="020B0503020204020204" pitchFamily="34" charset="-122"/>
                <a:cs typeface="+mj-cs"/>
              </a:defRPr>
            </a:lvl1pPr>
          </a:lstStyle>
          <a:p>
            <a:r>
              <a:rPr lang="zh-CN" altLang="en-US" sz="4800" b="1" dirty="0">
                <a:latin typeface="Helvetica Neue" panose="02000503000000020004" pitchFamily="2" charset="0"/>
              </a:rPr>
              <a:t>索引的结构 </a:t>
            </a:r>
            <a:r>
              <a:rPr lang="en-US" altLang="zh-CN" sz="4800" b="1" dirty="0">
                <a:latin typeface="Helvetica Neue" panose="02000503000000020004" pitchFamily="2" charset="0"/>
              </a:rPr>
              <a:t>–</a:t>
            </a:r>
            <a:r>
              <a:rPr lang="zh-CN" altLang="en-US" sz="4800" b="1" dirty="0">
                <a:latin typeface="Helvetica Neue" panose="02000503000000020004" pitchFamily="2" charset="0"/>
              </a:rPr>
              <a:t> </a:t>
            </a:r>
            <a:r>
              <a:rPr lang="en-US" altLang="zh-CN" sz="4800" b="1" dirty="0">
                <a:latin typeface="Helvetica Neue" panose="02000503000000020004" pitchFamily="2" charset="0"/>
              </a:rPr>
              <a:t>B</a:t>
            </a:r>
            <a:r>
              <a:rPr lang="zh-CN" altLang="en-US" sz="4800" b="1" dirty="0">
                <a:latin typeface="Helvetica Neue" panose="02000503000000020004" pitchFamily="2" charset="0"/>
              </a:rPr>
              <a:t>树索引</a:t>
            </a:r>
            <a:endParaRPr lang="zh-CN" altLang="en-US" dirty="0"/>
          </a:p>
        </p:txBody>
      </p:sp>
      <p:sp>
        <p:nvSpPr>
          <p:cNvPr id="5" name="文本框 4">
            <a:extLst>
              <a:ext uri="{FF2B5EF4-FFF2-40B4-BE49-F238E27FC236}">
                <a16:creationId xmlns:a16="http://schemas.microsoft.com/office/drawing/2014/main" id="{EEC8C77B-54E9-ECB5-2B36-3AD88CCD9D5E}"/>
              </a:ext>
            </a:extLst>
          </p:cNvPr>
          <p:cNvSpPr txBox="1"/>
          <p:nvPr/>
        </p:nvSpPr>
        <p:spPr>
          <a:xfrm>
            <a:off x="735101" y="1317380"/>
            <a:ext cx="10721798" cy="2630144"/>
          </a:xfrm>
          <a:prstGeom prst="rect">
            <a:avLst/>
          </a:prstGeom>
          <a:noFill/>
        </p:spPr>
        <p:txBody>
          <a:bodyPr wrap="square">
            <a:spAutoFit/>
          </a:bodyPr>
          <a:lstStyle/>
          <a:p>
            <a:pPr>
              <a:lnSpc>
                <a:spcPct val="150000"/>
              </a:lnSpc>
            </a:pPr>
            <a:r>
              <a:rPr lang="zh-CN" altLang="en-US" sz="1600" b="1" dirty="0">
                <a:solidFill>
                  <a:srgbClr val="FFE79A"/>
                </a:solidFill>
                <a:latin typeface="Helvetica Neue" panose="02000503000000020004" pitchFamily="2" charset="0"/>
              </a:rPr>
              <a:t>树（</a:t>
            </a:r>
            <a:r>
              <a:rPr lang="en" altLang="zh-CN" sz="1600" b="1" dirty="0">
                <a:solidFill>
                  <a:srgbClr val="FFE79A"/>
                </a:solidFill>
                <a:latin typeface="Helvetica Neue" panose="02000503000000020004" pitchFamily="2" charset="0"/>
              </a:rPr>
              <a:t>Tree</a:t>
            </a:r>
            <a:r>
              <a:rPr lang="zh-CN" altLang="en" sz="1600" b="1" dirty="0">
                <a:solidFill>
                  <a:srgbClr val="FFE79A"/>
                </a:solidFill>
                <a:latin typeface="Helvetica Neue" panose="02000503000000020004" pitchFamily="2" charset="0"/>
              </a:rPr>
              <a:t>）</a:t>
            </a:r>
            <a:r>
              <a:rPr lang="zh-CN" altLang="en-US" sz="1600" b="1" dirty="0">
                <a:solidFill>
                  <a:srgbClr val="FFE79A"/>
                </a:solidFill>
                <a:latin typeface="Helvetica Neue" panose="02000503000000020004" pitchFamily="2" charset="0"/>
              </a:rPr>
              <a:t>是一种非线性数据结构，它由若干个节点（</a:t>
            </a:r>
            <a:r>
              <a:rPr lang="en" altLang="zh-CN" sz="1600" b="1" dirty="0">
                <a:solidFill>
                  <a:srgbClr val="FFE79A"/>
                </a:solidFill>
                <a:latin typeface="Helvetica Neue" panose="02000503000000020004" pitchFamily="2" charset="0"/>
              </a:rPr>
              <a:t>Node</a:t>
            </a:r>
            <a:r>
              <a:rPr lang="zh-CN" altLang="en" sz="1600" b="1" dirty="0">
                <a:solidFill>
                  <a:srgbClr val="FFE79A"/>
                </a:solidFill>
                <a:latin typeface="Helvetica Neue" panose="02000503000000020004" pitchFamily="2" charset="0"/>
              </a:rPr>
              <a:t>）</a:t>
            </a:r>
            <a:r>
              <a:rPr lang="zh-CN" altLang="en-US" sz="1600" b="1" dirty="0">
                <a:solidFill>
                  <a:srgbClr val="FFE79A"/>
                </a:solidFill>
                <a:latin typeface="Helvetica Neue" panose="02000503000000020004" pitchFamily="2" charset="0"/>
              </a:rPr>
              <a:t>和它们之间的连接（</a:t>
            </a:r>
            <a:r>
              <a:rPr lang="en" altLang="zh-CN" sz="1600" b="1" dirty="0">
                <a:solidFill>
                  <a:srgbClr val="FFE79A"/>
                </a:solidFill>
                <a:latin typeface="Helvetica Neue" panose="02000503000000020004" pitchFamily="2" charset="0"/>
              </a:rPr>
              <a:t>Edge</a:t>
            </a:r>
            <a:r>
              <a:rPr lang="zh-CN" altLang="en" sz="1600" b="1" dirty="0">
                <a:solidFill>
                  <a:srgbClr val="FFE79A"/>
                </a:solidFill>
                <a:latin typeface="Helvetica Neue" panose="02000503000000020004" pitchFamily="2" charset="0"/>
              </a:rPr>
              <a:t>）</a:t>
            </a:r>
            <a:r>
              <a:rPr lang="zh-CN" altLang="en-US" sz="1600" b="1" dirty="0">
                <a:solidFill>
                  <a:srgbClr val="FFE79A"/>
                </a:solidFill>
                <a:latin typeface="Helvetica Neue" panose="02000503000000020004" pitchFamily="2" charset="0"/>
              </a:rPr>
              <a:t>组成。节点包含数据元素和指向其他节点的指针。</a:t>
            </a:r>
            <a:endParaRPr lang="en-US" altLang="zh-CN" sz="1600" b="1" dirty="0">
              <a:solidFill>
                <a:srgbClr val="FFE79A"/>
              </a:solidFill>
              <a:latin typeface="Helvetica Neue" panose="02000503000000020004" pitchFamily="2" charset="0"/>
            </a:endParaRPr>
          </a:p>
          <a:p>
            <a:pPr>
              <a:lnSpc>
                <a:spcPct val="150000"/>
              </a:lnSpc>
            </a:pPr>
            <a:r>
              <a:rPr lang="zh-CN" altLang="en-US" sz="1600" b="1" dirty="0">
                <a:solidFill>
                  <a:srgbClr val="FFE79A"/>
                </a:solidFill>
                <a:latin typeface="Helvetica Neue" panose="02000503000000020004" pitchFamily="2" charset="0"/>
              </a:rPr>
              <a:t>下图是一个平衡二叉搜索树（</a:t>
            </a:r>
            <a:r>
              <a:rPr lang="en-US" altLang="zh-CN" sz="1600" b="1" dirty="0">
                <a:solidFill>
                  <a:srgbClr val="FFE79A"/>
                </a:solidFill>
                <a:latin typeface="Helvetica Neue" panose="02000503000000020004" pitchFamily="2" charset="0"/>
              </a:rPr>
              <a:t>Balanced</a:t>
            </a:r>
            <a:r>
              <a:rPr lang="zh-CN" altLang="en-US" sz="1600" b="1" dirty="0">
                <a:solidFill>
                  <a:srgbClr val="FFE79A"/>
                </a:solidFill>
                <a:latin typeface="Helvetica Neue" panose="02000503000000020004" pitchFamily="2" charset="0"/>
              </a:rPr>
              <a:t> </a:t>
            </a:r>
            <a:r>
              <a:rPr lang="en-US" altLang="zh-CN" sz="1600" b="1" dirty="0">
                <a:solidFill>
                  <a:srgbClr val="FFE79A"/>
                </a:solidFill>
                <a:latin typeface="Helvetica Neue" panose="02000503000000020004" pitchFamily="2" charset="0"/>
              </a:rPr>
              <a:t>Binary</a:t>
            </a:r>
            <a:r>
              <a:rPr lang="zh-CN" altLang="en-US" sz="1600" b="1" dirty="0">
                <a:solidFill>
                  <a:srgbClr val="FFE79A"/>
                </a:solidFill>
                <a:latin typeface="Helvetica Neue" panose="02000503000000020004" pitchFamily="2" charset="0"/>
              </a:rPr>
              <a:t> </a:t>
            </a:r>
            <a:r>
              <a:rPr lang="en-US" altLang="zh-CN" sz="1600" b="1" dirty="0">
                <a:solidFill>
                  <a:srgbClr val="FFE79A"/>
                </a:solidFill>
                <a:latin typeface="Helvetica Neue" panose="02000503000000020004" pitchFamily="2" charset="0"/>
              </a:rPr>
              <a:t>Search</a:t>
            </a:r>
            <a:r>
              <a:rPr lang="zh-CN" altLang="en-US" sz="1600" b="1" dirty="0">
                <a:solidFill>
                  <a:srgbClr val="FFE79A"/>
                </a:solidFill>
                <a:latin typeface="Helvetica Neue" panose="02000503000000020004" pitchFamily="2" charset="0"/>
              </a:rPr>
              <a:t> </a:t>
            </a:r>
            <a:r>
              <a:rPr lang="en-US" altLang="zh-CN" sz="1600" b="1" dirty="0">
                <a:solidFill>
                  <a:srgbClr val="FFE79A"/>
                </a:solidFill>
                <a:latin typeface="Helvetica Neue" panose="02000503000000020004" pitchFamily="2" charset="0"/>
              </a:rPr>
              <a:t>Tree</a:t>
            </a:r>
            <a:r>
              <a:rPr lang="zh-CN" altLang="en-US" sz="1600" b="1" dirty="0">
                <a:solidFill>
                  <a:srgbClr val="FFE79A"/>
                </a:solidFill>
                <a:latin typeface="Helvetica Neue" panose="02000503000000020004" pitchFamily="2" charset="0"/>
              </a:rPr>
              <a:t>，</a:t>
            </a:r>
            <a:r>
              <a:rPr lang="en-US" altLang="zh-CN" sz="1600" b="1" dirty="0">
                <a:solidFill>
                  <a:srgbClr val="FFE79A"/>
                </a:solidFill>
                <a:latin typeface="Helvetica Neue" panose="02000503000000020004" pitchFamily="2" charset="0"/>
              </a:rPr>
              <a:t>BBST</a:t>
            </a:r>
            <a:r>
              <a:rPr lang="zh-CN" altLang="en-US" sz="1600" b="1" dirty="0">
                <a:solidFill>
                  <a:srgbClr val="FFE79A"/>
                </a:solidFill>
                <a:latin typeface="Helvetica Neue" panose="02000503000000020004" pitchFamily="2" charset="0"/>
              </a:rPr>
              <a:t>）。它满足以下性质：</a:t>
            </a:r>
            <a:endParaRPr lang="en-US" altLang="zh-CN" sz="1600" b="1" dirty="0">
              <a:solidFill>
                <a:srgbClr val="FFE79A"/>
              </a:solidFill>
              <a:latin typeface="Helvetica Neue" panose="02000503000000020004" pitchFamily="2" charset="0"/>
            </a:endParaRPr>
          </a:p>
          <a:p>
            <a:pPr marL="285750" indent="-285750">
              <a:lnSpc>
                <a:spcPct val="150000"/>
              </a:lnSpc>
              <a:buFontTx/>
              <a:buChar char="-"/>
            </a:pPr>
            <a:r>
              <a:rPr lang="zh-CN" altLang="en-US" sz="1600" b="1" dirty="0">
                <a:solidFill>
                  <a:srgbClr val="FFE79A"/>
                </a:solidFill>
                <a:latin typeface="Helvetica Neue" panose="02000503000000020004" pitchFamily="2" charset="0"/>
              </a:rPr>
              <a:t>左子树上所有节点的值均小于它的根节点的值。</a:t>
            </a:r>
            <a:endParaRPr lang="en-US" altLang="zh-CN" sz="1600" b="1" dirty="0">
              <a:solidFill>
                <a:srgbClr val="FFE79A"/>
              </a:solidFill>
              <a:latin typeface="Helvetica Neue" panose="02000503000000020004" pitchFamily="2" charset="0"/>
            </a:endParaRPr>
          </a:p>
          <a:p>
            <a:pPr marL="285750" indent="-285750">
              <a:lnSpc>
                <a:spcPct val="150000"/>
              </a:lnSpc>
              <a:buFontTx/>
              <a:buChar char="-"/>
            </a:pPr>
            <a:r>
              <a:rPr lang="zh-CN" altLang="en-US" sz="1600" b="1" dirty="0">
                <a:solidFill>
                  <a:srgbClr val="FFE79A"/>
                </a:solidFill>
                <a:latin typeface="Helvetica Neue" panose="02000503000000020004" pitchFamily="2" charset="0"/>
              </a:rPr>
              <a:t>右子树上所有节点的值均大于它的根节点的值。</a:t>
            </a:r>
            <a:endParaRPr lang="en-US" altLang="zh-CN" sz="1600" b="1" dirty="0">
              <a:solidFill>
                <a:srgbClr val="FFE79A"/>
              </a:solidFill>
              <a:latin typeface="Helvetica Neue" panose="02000503000000020004" pitchFamily="2" charset="0"/>
            </a:endParaRPr>
          </a:p>
          <a:p>
            <a:pPr marL="285750" indent="-285750">
              <a:lnSpc>
                <a:spcPct val="150000"/>
              </a:lnSpc>
              <a:buFontTx/>
              <a:buChar char="-"/>
            </a:pPr>
            <a:r>
              <a:rPr lang="zh-CN" altLang="en-US" sz="1600" b="1" dirty="0">
                <a:solidFill>
                  <a:srgbClr val="FFE79A"/>
                </a:solidFill>
                <a:latin typeface="Helvetica Neue" panose="02000503000000020004" pitchFamily="2" charset="0"/>
              </a:rPr>
              <a:t>左右子树也分别为二叉搜索树。</a:t>
            </a:r>
            <a:endParaRPr lang="en-US" altLang="zh-CN" sz="1600" b="1" dirty="0">
              <a:solidFill>
                <a:srgbClr val="FFE79A"/>
              </a:solidFill>
              <a:latin typeface="Helvetica Neue" panose="02000503000000020004" pitchFamily="2" charset="0"/>
            </a:endParaRPr>
          </a:p>
          <a:p>
            <a:pPr marL="285750" indent="-285750">
              <a:lnSpc>
                <a:spcPct val="150000"/>
              </a:lnSpc>
              <a:buFontTx/>
              <a:buChar char="-"/>
            </a:pPr>
            <a:r>
              <a:rPr lang="zh-CN" altLang="en-US" sz="1600" b="1" dirty="0">
                <a:solidFill>
                  <a:srgbClr val="FFE79A"/>
                </a:solidFill>
                <a:latin typeface="Helvetica Neue" panose="02000503000000020004" pitchFamily="2" charset="0"/>
              </a:rPr>
              <a:t>每个节点的左右子树高度差不超过</a:t>
            </a:r>
            <a:r>
              <a:rPr lang="en-US" altLang="zh-CN" sz="1600" b="1" dirty="0">
                <a:solidFill>
                  <a:srgbClr val="FFE79A"/>
                </a:solidFill>
                <a:latin typeface="Helvetica Neue" panose="02000503000000020004" pitchFamily="2" charset="0"/>
              </a:rPr>
              <a:t>1.</a:t>
            </a:r>
          </a:p>
        </p:txBody>
      </p:sp>
      <p:sp>
        <p:nvSpPr>
          <p:cNvPr id="6" name="文本框 5">
            <a:extLst>
              <a:ext uri="{FF2B5EF4-FFF2-40B4-BE49-F238E27FC236}">
                <a16:creationId xmlns:a16="http://schemas.microsoft.com/office/drawing/2014/main" id="{850CED6D-4609-DDC7-949B-3F1323859A2B}"/>
              </a:ext>
            </a:extLst>
          </p:cNvPr>
          <p:cNvSpPr txBox="1"/>
          <p:nvPr/>
        </p:nvSpPr>
        <p:spPr>
          <a:xfrm>
            <a:off x="5119507" y="3982459"/>
            <a:ext cx="5954892" cy="2260812"/>
          </a:xfrm>
          <a:prstGeom prst="rect">
            <a:avLst/>
          </a:prstGeom>
          <a:noFill/>
        </p:spPr>
        <p:txBody>
          <a:bodyPr wrap="square">
            <a:spAutoFit/>
          </a:bodyPr>
          <a:lstStyle/>
          <a:p>
            <a:pPr>
              <a:lnSpc>
                <a:spcPct val="150000"/>
              </a:lnSpc>
            </a:pPr>
            <a:r>
              <a:rPr lang="zh-CN" altLang="en-US" sz="1600" b="1" dirty="0">
                <a:solidFill>
                  <a:srgbClr val="FFE79A"/>
                </a:solidFill>
                <a:latin typeface="Helvetica Neue" panose="02000503000000020004" pitchFamily="2" charset="0"/>
              </a:rPr>
              <a:t>平衡二叉搜索树可以支持快速的查找、插入和删除操作。以左图为例，我们要查找值等于</a:t>
            </a:r>
            <a:r>
              <a:rPr lang="en-US" altLang="zh-CN" sz="1600" b="1" dirty="0">
                <a:solidFill>
                  <a:srgbClr val="FFE79A"/>
                </a:solidFill>
                <a:latin typeface="Helvetica Neue" panose="02000503000000020004" pitchFamily="2" charset="0"/>
              </a:rPr>
              <a:t>7</a:t>
            </a:r>
            <a:r>
              <a:rPr lang="zh-CN" altLang="en-US" sz="1600" b="1" dirty="0">
                <a:solidFill>
                  <a:srgbClr val="FFE79A"/>
                </a:solidFill>
                <a:latin typeface="Helvetica Neue" panose="02000503000000020004" pitchFamily="2" charset="0"/>
              </a:rPr>
              <a:t>的节点，分为以下几步：</a:t>
            </a:r>
            <a:endParaRPr lang="en-US" altLang="zh-CN" sz="1600" b="1" dirty="0">
              <a:solidFill>
                <a:srgbClr val="FFE79A"/>
              </a:solidFill>
              <a:latin typeface="Helvetica Neue" panose="02000503000000020004" pitchFamily="2" charset="0"/>
            </a:endParaRPr>
          </a:p>
          <a:p>
            <a:pPr marL="285750" indent="-285750">
              <a:lnSpc>
                <a:spcPct val="150000"/>
              </a:lnSpc>
              <a:buFontTx/>
              <a:buChar char="-"/>
            </a:pPr>
            <a:r>
              <a:rPr lang="zh-CN" altLang="en-US" sz="1600" b="1" dirty="0">
                <a:solidFill>
                  <a:srgbClr val="FFE79A"/>
                </a:solidFill>
                <a:latin typeface="Helvetica Neue" panose="02000503000000020004" pitchFamily="2" charset="0"/>
              </a:rPr>
              <a:t>从根节点开始检索，将目标值</a:t>
            </a:r>
            <a:r>
              <a:rPr lang="en-US" altLang="zh-CN" sz="1600" b="1" dirty="0">
                <a:solidFill>
                  <a:srgbClr val="FFE79A"/>
                </a:solidFill>
                <a:latin typeface="Helvetica Neue" panose="02000503000000020004" pitchFamily="2" charset="0"/>
              </a:rPr>
              <a:t>7</a:t>
            </a:r>
            <a:r>
              <a:rPr lang="zh-CN" altLang="en-US" sz="1600" b="1" dirty="0">
                <a:solidFill>
                  <a:srgbClr val="FFE79A"/>
                </a:solidFill>
                <a:latin typeface="Helvetica Neue" panose="02000503000000020004" pitchFamily="2" charset="0"/>
              </a:rPr>
              <a:t>与节点的值</a:t>
            </a:r>
            <a:r>
              <a:rPr lang="en-US" altLang="zh-CN" sz="1600" b="1" dirty="0">
                <a:solidFill>
                  <a:srgbClr val="FFE79A"/>
                </a:solidFill>
                <a:latin typeface="Helvetica Neue" panose="02000503000000020004" pitchFamily="2" charset="0"/>
              </a:rPr>
              <a:t>10</a:t>
            </a:r>
            <a:r>
              <a:rPr lang="zh-CN" altLang="en-US" sz="1600" b="1" dirty="0">
                <a:solidFill>
                  <a:srgbClr val="FFE79A"/>
                </a:solidFill>
                <a:latin typeface="Helvetica Neue" panose="02000503000000020004" pitchFamily="2" charset="0"/>
              </a:rPr>
              <a:t>比较，</a:t>
            </a:r>
            <a:r>
              <a:rPr lang="en-US" altLang="zh-CN" sz="1600" b="1" dirty="0">
                <a:solidFill>
                  <a:srgbClr val="FFE79A"/>
                </a:solidFill>
                <a:latin typeface="Helvetica Neue" panose="02000503000000020004" pitchFamily="2" charset="0"/>
              </a:rPr>
              <a:t>7 &lt; 10</a:t>
            </a:r>
            <a:r>
              <a:rPr lang="zh-CN" altLang="en-US" sz="1600" b="1" dirty="0">
                <a:solidFill>
                  <a:srgbClr val="FFE79A"/>
                </a:solidFill>
                <a:latin typeface="Helvetica Neue" panose="02000503000000020004" pitchFamily="2" charset="0"/>
              </a:rPr>
              <a:t>，往左子树继续查找。</a:t>
            </a:r>
            <a:endParaRPr lang="en-US" altLang="zh-CN" sz="1600" b="1" dirty="0">
              <a:solidFill>
                <a:srgbClr val="FFE79A"/>
              </a:solidFill>
              <a:latin typeface="Helvetica Neue" panose="02000503000000020004" pitchFamily="2" charset="0"/>
            </a:endParaRPr>
          </a:p>
          <a:p>
            <a:pPr marL="285750" indent="-285750">
              <a:lnSpc>
                <a:spcPct val="150000"/>
              </a:lnSpc>
              <a:buFontTx/>
              <a:buChar char="-"/>
            </a:pPr>
            <a:r>
              <a:rPr lang="zh-CN" altLang="en-US" sz="1600" b="1" dirty="0">
                <a:solidFill>
                  <a:srgbClr val="FFE79A"/>
                </a:solidFill>
                <a:latin typeface="Helvetica Neue" panose="02000503000000020004" pitchFamily="2" charset="0"/>
              </a:rPr>
              <a:t>将</a:t>
            </a:r>
            <a:r>
              <a:rPr lang="en-US" altLang="zh-CN" sz="1600" b="1" dirty="0">
                <a:solidFill>
                  <a:srgbClr val="FFE79A"/>
                </a:solidFill>
                <a:latin typeface="Helvetica Neue" panose="02000503000000020004" pitchFamily="2" charset="0"/>
              </a:rPr>
              <a:t>7</a:t>
            </a:r>
            <a:r>
              <a:rPr lang="zh-CN" altLang="en-US" sz="1600" b="1" dirty="0">
                <a:solidFill>
                  <a:srgbClr val="FFE79A"/>
                </a:solidFill>
                <a:latin typeface="Helvetica Neue" panose="02000503000000020004" pitchFamily="2" charset="0"/>
              </a:rPr>
              <a:t>与当前节点值</a:t>
            </a:r>
            <a:r>
              <a:rPr lang="en-US" altLang="zh-CN" sz="1600" b="1" dirty="0">
                <a:solidFill>
                  <a:srgbClr val="FFE79A"/>
                </a:solidFill>
                <a:latin typeface="Helvetica Neue" panose="02000503000000020004" pitchFamily="2" charset="0"/>
              </a:rPr>
              <a:t>6</a:t>
            </a:r>
            <a:r>
              <a:rPr lang="zh-CN" altLang="en-US" sz="1600" b="1" dirty="0">
                <a:solidFill>
                  <a:srgbClr val="FFE79A"/>
                </a:solidFill>
                <a:latin typeface="Helvetica Neue" panose="02000503000000020004" pitchFamily="2" charset="0"/>
              </a:rPr>
              <a:t>比较，</a:t>
            </a:r>
            <a:r>
              <a:rPr lang="en-US" altLang="zh-CN" sz="1600" b="1" dirty="0">
                <a:solidFill>
                  <a:srgbClr val="FFE79A"/>
                </a:solidFill>
                <a:latin typeface="Helvetica Neue" panose="02000503000000020004" pitchFamily="2" charset="0"/>
              </a:rPr>
              <a:t> 7 &gt; 6</a:t>
            </a:r>
            <a:r>
              <a:rPr lang="zh-CN" altLang="en-US" sz="1600" b="1" dirty="0">
                <a:solidFill>
                  <a:srgbClr val="FFE79A"/>
                </a:solidFill>
                <a:latin typeface="Helvetica Neue" panose="02000503000000020004" pitchFamily="2" charset="0"/>
              </a:rPr>
              <a:t>，往右子树继续查找。</a:t>
            </a:r>
            <a:endParaRPr lang="en-US" altLang="zh-CN" sz="1600" b="1" dirty="0">
              <a:solidFill>
                <a:srgbClr val="FFE79A"/>
              </a:solidFill>
              <a:latin typeface="Helvetica Neue" panose="02000503000000020004" pitchFamily="2" charset="0"/>
            </a:endParaRPr>
          </a:p>
          <a:p>
            <a:pPr marL="285750" indent="-285750">
              <a:lnSpc>
                <a:spcPct val="150000"/>
              </a:lnSpc>
              <a:buFontTx/>
              <a:buChar char="-"/>
            </a:pPr>
            <a:r>
              <a:rPr lang="zh-CN" altLang="en-US" sz="1600" b="1" dirty="0">
                <a:solidFill>
                  <a:srgbClr val="FFE79A"/>
                </a:solidFill>
                <a:latin typeface="Helvetica Neue" panose="02000503000000020004" pitchFamily="2" charset="0"/>
              </a:rPr>
              <a:t>将</a:t>
            </a:r>
            <a:r>
              <a:rPr lang="en-US" altLang="zh-CN" sz="1600" b="1" dirty="0">
                <a:solidFill>
                  <a:srgbClr val="FFE79A"/>
                </a:solidFill>
                <a:latin typeface="Helvetica Neue" panose="02000503000000020004" pitchFamily="2" charset="0"/>
              </a:rPr>
              <a:t>7</a:t>
            </a:r>
            <a:r>
              <a:rPr lang="zh-CN" altLang="en-US" sz="1600" b="1" dirty="0">
                <a:solidFill>
                  <a:srgbClr val="FFE79A"/>
                </a:solidFill>
                <a:latin typeface="Helvetica Neue" panose="02000503000000020004" pitchFamily="2" charset="0"/>
              </a:rPr>
              <a:t>与当前节点值</a:t>
            </a:r>
            <a:r>
              <a:rPr lang="en-US" altLang="zh-CN" sz="1600" b="1" dirty="0">
                <a:solidFill>
                  <a:srgbClr val="FFE79A"/>
                </a:solidFill>
                <a:latin typeface="Helvetica Neue" panose="02000503000000020004" pitchFamily="2" charset="0"/>
              </a:rPr>
              <a:t>7</a:t>
            </a:r>
            <a:r>
              <a:rPr lang="zh-CN" altLang="en-US" sz="1600" b="1" dirty="0">
                <a:solidFill>
                  <a:srgbClr val="FFE79A"/>
                </a:solidFill>
                <a:latin typeface="Helvetica Neue" panose="02000503000000020004" pitchFamily="2" charset="0"/>
              </a:rPr>
              <a:t>比较，</a:t>
            </a:r>
            <a:r>
              <a:rPr lang="en-US" altLang="zh-CN" sz="1600" b="1" dirty="0">
                <a:solidFill>
                  <a:srgbClr val="FFE79A"/>
                </a:solidFill>
                <a:latin typeface="Helvetica Neue" panose="02000503000000020004" pitchFamily="2" charset="0"/>
              </a:rPr>
              <a:t>7</a:t>
            </a:r>
            <a:r>
              <a:rPr lang="zh-CN" altLang="en-US" sz="1600" b="1" dirty="0">
                <a:solidFill>
                  <a:srgbClr val="FFE79A"/>
                </a:solidFill>
                <a:latin typeface="Helvetica Neue" panose="02000503000000020004" pitchFamily="2" charset="0"/>
              </a:rPr>
              <a:t> </a:t>
            </a:r>
            <a:r>
              <a:rPr lang="en-US" altLang="zh-CN" sz="1600" b="1" dirty="0">
                <a:solidFill>
                  <a:srgbClr val="FFE79A"/>
                </a:solidFill>
                <a:latin typeface="Helvetica Neue" panose="02000503000000020004" pitchFamily="2" charset="0"/>
              </a:rPr>
              <a:t>=</a:t>
            </a:r>
            <a:r>
              <a:rPr lang="zh-CN" altLang="en-US" sz="1600" b="1" dirty="0">
                <a:solidFill>
                  <a:srgbClr val="FFE79A"/>
                </a:solidFill>
                <a:latin typeface="Helvetica Neue" panose="02000503000000020004" pitchFamily="2" charset="0"/>
              </a:rPr>
              <a:t> </a:t>
            </a:r>
            <a:r>
              <a:rPr lang="en-US" altLang="zh-CN" sz="1600" b="1" dirty="0">
                <a:solidFill>
                  <a:srgbClr val="FFE79A"/>
                </a:solidFill>
                <a:latin typeface="Helvetica Neue" panose="02000503000000020004" pitchFamily="2" charset="0"/>
              </a:rPr>
              <a:t>7</a:t>
            </a:r>
            <a:r>
              <a:rPr lang="zh-CN" altLang="en-US" sz="1600" b="1" dirty="0">
                <a:solidFill>
                  <a:srgbClr val="FFE79A"/>
                </a:solidFill>
                <a:latin typeface="Helvetica Neue" panose="02000503000000020004" pitchFamily="2" charset="0"/>
              </a:rPr>
              <a:t>，查找完成。</a:t>
            </a:r>
            <a:endParaRPr lang="en-US" altLang="zh-CN" sz="1600" b="1" dirty="0">
              <a:solidFill>
                <a:srgbClr val="FFE79A"/>
              </a:solidFill>
              <a:latin typeface="Helvetica Neue" panose="02000503000000020004" pitchFamily="2" charset="0"/>
            </a:endParaRPr>
          </a:p>
        </p:txBody>
      </p:sp>
      <p:pic>
        <p:nvPicPr>
          <p:cNvPr id="12" name="图片 11">
            <a:extLst>
              <a:ext uri="{FF2B5EF4-FFF2-40B4-BE49-F238E27FC236}">
                <a16:creationId xmlns:a16="http://schemas.microsoft.com/office/drawing/2014/main" id="{8790A79B-52A4-9385-D16C-558F5BCEB129}"/>
              </a:ext>
            </a:extLst>
          </p:cNvPr>
          <p:cNvPicPr>
            <a:picLocks noChangeAspect="1"/>
          </p:cNvPicPr>
          <p:nvPr/>
        </p:nvPicPr>
        <p:blipFill>
          <a:blip r:embed="rId2"/>
          <a:stretch>
            <a:fillRect/>
          </a:stretch>
        </p:blipFill>
        <p:spPr>
          <a:xfrm>
            <a:off x="735101" y="4081418"/>
            <a:ext cx="3797291" cy="2439888"/>
          </a:xfrm>
          <a:prstGeom prst="rect">
            <a:avLst/>
          </a:prstGeom>
        </p:spPr>
      </p:pic>
    </p:spTree>
    <p:extLst>
      <p:ext uri="{BB962C8B-B14F-4D97-AF65-F5344CB8AC3E}">
        <p14:creationId xmlns:p14="http://schemas.microsoft.com/office/powerpoint/2010/main" val="4933056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a:extLst>
              <a:ext uri="{FF2B5EF4-FFF2-40B4-BE49-F238E27FC236}">
                <a16:creationId xmlns:a16="http://schemas.microsoft.com/office/drawing/2014/main" id="{CE4C9717-A43F-B0B8-2DB6-0F8B45681D36}"/>
              </a:ext>
            </a:extLst>
          </p:cNvPr>
          <p:cNvSpPr txBox="1">
            <a:spLocks/>
          </p:cNvSpPr>
          <p:nvPr/>
        </p:nvSpPr>
        <p:spPr>
          <a:xfrm>
            <a:off x="668692" y="560250"/>
            <a:ext cx="10405707" cy="757130"/>
          </a:xfrm>
          <a:prstGeom prst="rect">
            <a:avLst/>
          </a:prstGeom>
        </p:spPr>
        <p:txBody>
          <a:bodyPr vert="horz" wrap="square" lIns="91440" tIns="45720" rIns="91440" bIns="45720" rtlCol="0" anchor="ctr">
            <a:spAutoFit/>
          </a:bodyPr>
          <a:lstStyle>
            <a:lvl1pPr algn="l" defTabSz="685800" rtl="0" eaLnBrk="1" latinLnBrk="0" hangingPunct="1">
              <a:lnSpc>
                <a:spcPct val="90000"/>
              </a:lnSpc>
              <a:spcBef>
                <a:spcPct val="0"/>
              </a:spcBef>
              <a:buNone/>
              <a:defRPr sz="4800" kern="1200">
                <a:solidFill>
                  <a:schemeClr val="bg1"/>
                </a:solidFill>
                <a:latin typeface="微软雅黑" panose="020B0503020204020204" pitchFamily="34" charset="-122"/>
                <a:ea typeface="微软雅黑" panose="020B0503020204020204" pitchFamily="34" charset="-122"/>
                <a:cs typeface="+mj-cs"/>
              </a:defRPr>
            </a:lvl1pPr>
          </a:lstStyle>
          <a:p>
            <a:r>
              <a:rPr lang="zh-CN" altLang="en-US" sz="4800" b="1" dirty="0">
                <a:latin typeface="Helvetica Neue" panose="02000503000000020004" pitchFamily="2" charset="0"/>
              </a:rPr>
              <a:t>索引的结构 </a:t>
            </a:r>
            <a:r>
              <a:rPr lang="en-US" altLang="zh-CN" sz="4800" b="1" dirty="0">
                <a:latin typeface="Helvetica Neue" panose="02000503000000020004" pitchFamily="2" charset="0"/>
              </a:rPr>
              <a:t>–</a:t>
            </a:r>
            <a:r>
              <a:rPr lang="zh-CN" altLang="en-US" sz="4800" b="1" dirty="0">
                <a:latin typeface="Helvetica Neue" panose="02000503000000020004" pitchFamily="2" charset="0"/>
              </a:rPr>
              <a:t> </a:t>
            </a:r>
            <a:r>
              <a:rPr lang="en-US" altLang="zh-CN" sz="4800" b="1" dirty="0">
                <a:latin typeface="Helvetica Neue" panose="02000503000000020004" pitchFamily="2" charset="0"/>
              </a:rPr>
              <a:t>B</a:t>
            </a:r>
            <a:r>
              <a:rPr lang="zh-CN" altLang="en-US" sz="4800" b="1" dirty="0">
                <a:latin typeface="Helvetica Neue" panose="02000503000000020004" pitchFamily="2" charset="0"/>
              </a:rPr>
              <a:t>树索引</a:t>
            </a:r>
            <a:endParaRPr lang="zh-CN" altLang="en-US" dirty="0"/>
          </a:p>
        </p:txBody>
      </p:sp>
      <p:sp>
        <p:nvSpPr>
          <p:cNvPr id="5" name="文本框 4">
            <a:extLst>
              <a:ext uri="{FF2B5EF4-FFF2-40B4-BE49-F238E27FC236}">
                <a16:creationId xmlns:a16="http://schemas.microsoft.com/office/drawing/2014/main" id="{EEC8C77B-54E9-ECB5-2B36-3AD88CCD9D5E}"/>
              </a:ext>
            </a:extLst>
          </p:cNvPr>
          <p:cNvSpPr txBox="1"/>
          <p:nvPr/>
        </p:nvSpPr>
        <p:spPr>
          <a:xfrm>
            <a:off x="735101" y="1317380"/>
            <a:ext cx="10721798" cy="4902176"/>
          </a:xfrm>
          <a:prstGeom prst="rect">
            <a:avLst/>
          </a:prstGeom>
          <a:noFill/>
        </p:spPr>
        <p:txBody>
          <a:bodyPr wrap="square">
            <a:spAutoFit/>
          </a:bodyPr>
          <a:lstStyle/>
          <a:p>
            <a:pPr>
              <a:lnSpc>
                <a:spcPct val="150000"/>
              </a:lnSpc>
            </a:pPr>
            <a:r>
              <a:rPr lang="zh-CN" altLang="en-US" sz="1600" b="1" dirty="0">
                <a:solidFill>
                  <a:schemeClr val="bg1"/>
                </a:solidFill>
                <a:latin typeface="Helvetica Neue" panose="02000503000000020004" pitchFamily="2" charset="0"/>
              </a:rPr>
              <a:t>虽然平衡二叉搜索树可以实现快速查找，但其不适合做为数据库的索引，为什么？</a:t>
            </a:r>
            <a:endParaRPr lang="en-US" altLang="zh-CN" sz="1600" b="1" dirty="0">
              <a:solidFill>
                <a:schemeClr val="bg1"/>
              </a:solidFill>
              <a:latin typeface="Helvetica Neue" panose="02000503000000020004" pitchFamily="2" charset="0"/>
            </a:endParaRPr>
          </a:p>
          <a:p>
            <a:pPr>
              <a:lnSpc>
                <a:spcPct val="150000"/>
              </a:lnSpc>
            </a:pPr>
            <a:r>
              <a:rPr lang="zh-CN" altLang="en-US" sz="1600" b="1" dirty="0">
                <a:solidFill>
                  <a:srgbClr val="FFE79A"/>
                </a:solidFill>
                <a:latin typeface="Helvetica Neue" panose="02000503000000020004" pitchFamily="2" charset="0"/>
              </a:rPr>
              <a:t>因为平衡二叉搜索树索引执行一次查询需要多次读写磁盘，而磁盘的读写速度相对较慢。</a:t>
            </a:r>
            <a:endParaRPr lang="en-US" altLang="zh-CN" sz="1600" b="1" dirty="0">
              <a:solidFill>
                <a:srgbClr val="FFE79A"/>
              </a:solidFill>
              <a:latin typeface="Helvetica Neue" panose="02000503000000020004" pitchFamily="2" charset="0"/>
            </a:endParaRPr>
          </a:p>
          <a:p>
            <a:pPr marL="285750" indent="-285750">
              <a:lnSpc>
                <a:spcPct val="150000"/>
              </a:lnSpc>
              <a:buFontTx/>
              <a:buChar char="-"/>
            </a:pPr>
            <a:r>
              <a:rPr lang="zh-CN" altLang="en-US" sz="1600" b="1" i="0" dirty="0">
                <a:solidFill>
                  <a:srgbClr val="FFE79A"/>
                </a:solidFill>
                <a:effectLst/>
                <a:latin typeface="-apple-system"/>
              </a:rPr>
              <a:t>索引是存在于磁盘中的索引文件。因为索引通常是很大的，因此无法一次将全部索引加载到内存当中，因此每次只能从磁盘中读取一个磁盘页的数据到内存中。而这个磁盘的读取的速度较内存中的读取速度而言是差了好几个级别。</a:t>
            </a:r>
          </a:p>
          <a:p>
            <a:pPr marL="285750" indent="-285750">
              <a:lnSpc>
                <a:spcPct val="150000"/>
              </a:lnSpc>
              <a:buFontTx/>
              <a:buChar char="-"/>
            </a:pPr>
            <a:r>
              <a:rPr lang="zh-CN" altLang="en-US" sz="1600" b="1" i="0" dirty="0">
                <a:solidFill>
                  <a:srgbClr val="FFE79A"/>
                </a:solidFill>
                <a:effectLst/>
                <a:latin typeface="-apple-system"/>
              </a:rPr>
              <a:t>二叉树结构不能利用磁盘预读，需要多次读取磁盘。</a:t>
            </a:r>
            <a:endParaRPr lang="en-US" altLang="zh-CN" sz="1600" b="1" i="0" dirty="0">
              <a:solidFill>
                <a:srgbClr val="FFE79A"/>
              </a:solidFill>
              <a:effectLst/>
              <a:latin typeface="-apple-system"/>
            </a:endParaRPr>
          </a:p>
          <a:p>
            <a:pPr marL="742950" lvl="1" indent="-285750">
              <a:lnSpc>
                <a:spcPct val="150000"/>
              </a:lnSpc>
              <a:buFontTx/>
              <a:buChar char="-"/>
            </a:pPr>
            <a:r>
              <a:rPr lang="zh-CN" altLang="en-US" sz="1400" b="1" i="0" dirty="0">
                <a:solidFill>
                  <a:schemeClr val="bg1"/>
                </a:solidFill>
                <a:effectLst/>
                <a:latin typeface="-apple-system"/>
              </a:rPr>
              <a:t>磁盘预读</a:t>
            </a:r>
            <a:r>
              <a:rPr lang="zh-CN" altLang="en-US" sz="1400" b="1" i="0" dirty="0">
                <a:solidFill>
                  <a:srgbClr val="FFE79A"/>
                </a:solidFill>
                <a:effectLst/>
                <a:latin typeface="-apple-system"/>
              </a:rPr>
              <a:t>：磁盘往往不是严格按需读取，而是每次都会预读，即使只需要一个字节，磁盘也会从这个位置开始，顺序向后读取一定长度的数据放入内存。这样做的理论依据是计算机科学中著名的局部性原理。</a:t>
            </a:r>
            <a:endParaRPr lang="en-US" altLang="zh-CN" sz="1400" b="1" i="0" dirty="0">
              <a:solidFill>
                <a:srgbClr val="FFE79A"/>
              </a:solidFill>
              <a:effectLst/>
              <a:latin typeface="-apple-system"/>
            </a:endParaRPr>
          </a:p>
          <a:p>
            <a:pPr marL="742950" lvl="1" indent="-285750">
              <a:lnSpc>
                <a:spcPct val="150000"/>
              </a:lnSpc>
              <a:buFontTx/>
              <a:buChar char="-"/>
            </a:pPr>
            <a:r>
              <a:rPr lang="zh-CN" altLang="en-US" sz="1400" b="1" i="0" dirty="0">
                <a:solidFill>
                  <a:schemeClr val="bg1"/>
                </a:solidFill>
                <a:effectLst/>
                <a:latin typeface="-apple-system"/>
              </a:rPr>
              <a:t>局部性原理</a:t>
            </a:r>
            <a:r>
              <a:rPr lang="zh-CN" altLang="en-US" sz="1400" b="1" i="0" dirty="0">
                <a:solidFill>
                  <a:srgbClr val="FFE79A"/>
                </a:solidFill>
                <a:effectLst/>
                <a:latin typeface="-apple-system"/>
              </a:rPr>
              <a:t>： 当一个数据被用到时，其附近的数据也通常会马上被使用。 程序运行期间所需要的数据通常比较集中。</a:t>
            </a:r>
            <a:endParaRPr lang="en-US" altLang="zh-CN" sz="1400" b="1" i="0" dirty="0">
              <a:solidFill>
                <a:srgbClr val="FFE79A"/>
              </a:solidFill>
              <a:effectLst/>
              <a:latin typeface="-apple-system"/>
            </a:endParaRPr>
          </a:p>
          <a:p>
            <a:pPr marL="742950" lvl="1" indent="-285750">
              <a:lnSpc>
                <a:spcPct val="150000"/>
              </a:lnSpc>
              <a:buFontTx/>
              <a:buChar char="-"/>
            </a:pPr>
            <a:r>
              <a:rPr lang="zh-CN" altLang="en-US" sz="1400" b="1" i="0" dirty="0">
                <a:solidFill>
                  <a:srgbClr val="FFE79A"/>
                </a:solidFill>
                <a:effectLst/>
                <a:latin typeface="-apple-system"/>
              </a:rPr>
              <a:t>二叉树的物理实现是数组。然后由于在逻辑结构上相近的节点在物理结构上可能会差很远。每次读取的磁盘页的数据中可能有许多是用不上的。因此，查找过程中要进行许多次的磁盘读取操作。</a:t>
            </a:r>
            <a:endParaRPr lang="en-US" altLang="zh-CN" sz="1400" b="1" i="0" dirty="0">
              <a:solidFill>
                <a:srgbClr val="FFE79A"/>
              </a:solidFill>
              <a:effectLst/>
              <a:latin typeface="-apple-system"/>
            </a:endParaRPr>
          </a:p>
          <a:p>
            <a:pPr marL="742950" lvl="1" indent="-285750">
              <a:lnSpc>
                <a:spcPct val="150000"/>
              </a:lnSpc>
              <a:buFontTx/>
              <a:buChar char="-"/>
            </a:pPr>
            <a:r>
              <a:rPr lang="zh-CN" altLang="en-US" sz="1400" b="1" i="0" dirty="0">
                <a:solidFill>
                  <a:srgbClr val="FFE79A"/>
                </a:solidFill>
                <a:effectLst/>
                <a:latin typeface="-apple-system"/>
              </a:rPr>
              <a:t>例如上一个例子中，</a:t>
            </a:r>
            <a:r>
              <a:rPr lang="en-US" altLang="zh-CN" sz="1400" b="1" dirty="0">
                <a:solidFill>
                  <a:srgbClr val="FFE79A"/>
                </a:solidFill>
                <a:latin typeface="-apple-system"/>
              </a:rPr>
              <a:t>10</a:t>
            </a:r>
            <a:r>
              <a:rPr lang="zh-CN" altLang="en-US" sz="1400" b="1" dirty="0">
                <a:solidFill>
                  <a:srgbClr val="FFE79A"/>
                </a:solidFill>
                <a:latin typeface="-apple-system"/>
              </a:rPr>
              <a:t>节点和</a:t>
            </a:r>
            <a:r>
              <a:rPr lang="en-US" altLang="zh-CN" sz="1400" b="1" dirty="0">
                <a:solidFill>
                  <a:srgbClr val="FFE79A"/>
                </a:solidFill>
                <a:latin typeface="-apple-system"/>
              </a:rPr>
              <a:t>6</a:t>
            </a:r>
            <a:r>
              <a:rPr lang="zh-CN" altLang="en-US" sz="1400" b="1" dirty="0">
                <a:solidFill>
                  <a:srgbClr val="FFE79A"/>
                </a:solidFill>
                <a:latin typeface="-apple-system"/>
              </a:rPr>
              <a:t>所在节点在物理结构上可能相差很远，读取</a:t>
            </a:r>
            <a:r>
              <a:rPr lang="en-US" altLang="zh-CN" sz="1400" b="1" dirty="0">
                <a:solidFill>
                  <a:srgbClr val="FFE79A"/>
                </a:solidFill>
                <a:latin typeface="-apple-system"/>
              </a:rPr>
              <a:t>10</a:t>
            </a:r>
            <a:r>
              <a:rPr lang="zh-CN" altLang="en-US" sz="1400" b="1" dirty="0">
                <a:solidFill>
                  <a:srgbClr val="FFE79A"/>
                </a:solidFill>
                <a:latin typeface="-apple-system"/>
              </a:rPr>
              <a:t>节点所在的磁盘页时，不能通过磁盘预读读取到</a:t>
            </a:r>
            <a:r>
              <a:rPr lang="en-US" altLang="zh-CN" sz="1400" b="1" dirty="0">
                <a:solidFill>
                  <a:srgbClr val="FFE79A"/>
                </a:solidFill>
                <a:latin typeface="-apple-system"/>
              </a:rPr>
              <a:t>6</a:t>
            </a:r>
            <a:r>
              <a:rPr lang="zh-CN" altLang="en-US" sz="1400" b="1" dirty="0">
                <a:solidFill>
                  <a:srgbClr val="FFE79A"/>
                </a:solidFill>
                <a:latin typeface="-apple-system"/>
              </a:rPr>
              <a:t>节点所在的磁盘页，因此读取</a:t>
            </a:r>
            <a:r>
              <a:rPr lang="en-US" altLang="zh-CN" sz="1400" b="1" dirty="0">
                <a:solidFill>
                  <a:srgbClr val="FFE79A"/>
                </a:solidFill>
                <a:latin typeface="-apple-system"/>
              </a:rPr>
              <a:t>6</a:t>
            </a:r>
            <a:r>
              <a:rPr lang="zh-CN" altLang="en-US" sz="1400" b="1" dirty="0">
                <a:solidFill>
                  <a:srgbClr val="FFE79A"/>
                </a:solidFill>
                <a:latin typeface="-apple-system"/>
              </a:rPr>
              <a:t>节点时需要再次访问磁盘。</a:t>
            </a:r>
            <a:endParaRPr lang="zh-CN" altLang="en-US" sz="1400" b="1" i="0" dirty="0">
              <a:solidFill>
                <a:srgbClr val="FFE79A"/>
              </a:solidFill>
              <a:effectLst/>
              <a:latin typeface="-apple-system"/>
            </a:endParaRPr>
          </a:p>
          <a:p>
            <a:pPr marL="285750" indent="-285750">
              <a:lnSpc>
                <a:spcPct val="150000"/>
              </a:lnSpc>
              <a:buFontTx/>
              <a:buChar char="-"/>
            </a:pPr>
            <a:r>
              <a:rPr lang="zh-CN" altLang="en-US" sz="1600" b="1" dirty="0">
                <a:solidFill>
                  <a:srgbClr val="FFE79A"/>
                </a:solidFill>
                <a:latin typeface="-apple-system"/>
              </a:rPr>
              <a:t>二叉树每个节点只有两个分叉，当节点树较多时，树的高度会很高，意味着需要进行更多次磁盘读取（多次磁盘</a:t>
            </a:r>
            <a:r>
              <a:rPr lang="en-US" altLang="zh-CN" sz="1600" b="1" dirty="0">
                <a:solidFill>
                  <a:srgbClr val="FFE79A"/>
                </a:solidFill>
                <a:latin typeface="-apple-system"/>
              </a:rPr>
              <a:t>IO</a:t>
            </a:r>
            <a:r>
              <a:rPr lang="zh-CN" altLang="en-US" sz="1600" b="1" dirty="0">
                <a:solidFill>
                  <a:srgbClr val="FFE79A"/>
                </a:solidFill>
                <a:latin typeface="-apple-system"/>
              </a:rPr>
              <a:t>）。</a:t>
            </a:r>
            <a:endParaRPr lang="en-US" altLang="zh-CN" sz="1600" b="1" i="0" dirty="0">
              <a:solidFill>
                <a:srgbClr val="FFE79A"/>
              </a:solidFill>
              <a:effectLst/>
              <a:latin typeface="-apple-system"/>
            </a:endParaRPr>
          </a:p>
        </p:txBody>
      </p:sp>
    </p:spTree>
    <p:extLst>
      <p:ext uri="{BB962C8B-B14F-4D97-AF65-F5344CB8AC3E}">
        <p14:creationId xmlns:p14="http://schemas.microsoft.com/office/powerpoint/2010/main" val="1962269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a:extLst>
              <a:ext uri="{FF2B5EF4-FFF2-40B4-BE49-F238E27FC236}">
                <a16:creationId xmlns:a16="http://schemas.microsoft.com/office/drawing/2014/main" id="{CE4C9717-A43F-B0B8-2DB6-0F8B45681D36}"/>
              </a:ext>
            </a:extLst>
          </p:cNvPr>
          <p:cNvSpPr txBox="1">
            <a:spLocks/>
          </p:cNvSpPr>
          <p:nvPr/>
        </p:nvSpPr>
        <p:spPr>
          <a:xfrm>
            <a:off x="668692" y="560250"/>
            <a:ext cx="10405707" cy="757130"/>
          </a:xfrm>
          <a:prstGeom prst="rect">
            <a:avLst/>
          </a:prstGeom>
        </p:spPr>
        <p:txBody>
          <a:bodyPr vert="horz" wrap="square" lIns="91440" tIns="45720" rIns="91440" bIns="45720" rtlCol="0" anchor="ctr">
            <a:spAutoFit/>
          </a:bodyPr>
          <a:lstStyle>
            <a:lvl1pPr algn="l" defTabSz="685800" rtl="0" eaLnBrk="1" latinLnBrk="0" hangingPunct="1">
              <a:lnSpc>
                <a:spcPct val="90000"/>
              </a:lnSpc>
              <a:spcBef>
                <a:spcPct val="0"/>
              </a:spcBef>
              <a:buNone/>
              <a:defRPr sz="4800" kern="1200">
                <a:solidFill>
                  <a:schemeClr val="bg1"/>
                </a:solidFill>
                <a:latin typeface="微软雅黑" panose="020B0503020204020204" pitchFamily="34" charset="-122"/>
                <a:ea typeface="微软雅黑" panose="020B0503020204020204" pitchFamily="34" charset="-122"/>
                <a:cs typeface="+mj-cs"/>
              </a:defRPr>
            </a:lvl1pPr>
          </a:lstStyle>
          <a:p>
            <a:r>
              <a:rPr lang="zh-CN" altLang="en-US" sz="4800" b="1" dirty="0">
                <a:latin typeface="Helvetica Neue" panose="02000503000000020004" pitchFamily="2" charset="0"/>
              </a:rPr>
              <a:t>索引的结构 </a:t>
            </a:r>
            <a:r>
              <a:rPr lang="en-US" altLang="zh-CN" sz="4800" b="1" dirty="0">
                <a:latin typeface="Helvetica Neue" panose="02000503000000020004" pitchFamily="2" charset="0"/>
              </a:rPr>
              <a:t>–</a:t>
            </a:r>
            <a:r>
              <a:rPr lang="zh-CN" altLang="en-US" sz="4800" b="1" dirty="0">
                <a:latin typeface="Helvetica Neue" panose="02000503000000020004" pitchFamily="2" charset="0"/>
              </a:rPr>
              <a:t> </a:t>
            </a:r>
            <a:r>
              <a:rPr lang="en-US" altLang="zh-CN" sz="4800" b="1" dirty="0">
                <a:latin typeface="Helvetica Neue" panose="02000503000000020004" pitchFamily="2" charset="0"/>
              </a:rPr>
              <a:t>B</a:t>
            </a:r>
            <a:r>
              <a:rPr lang="zh-CN" altLang="en-US" sz="4800" b="1" dirty="0">
                <a:latin typeface="Helvetica Neue" panose="02000503000000020004" pitchFamily="2" charset="0"/>
              </a:rPr>
              <a:t>树索引</a:t>
            </a:r>
            <a:endParaRPr lang="zh-CN" altLang="en-US" dirty="0"/>
          </a:p>
        </p:txBody>
      </p:sp>
      <p:sp>
        <p:nvSpPr>
          <p:cNvPr id="5" name="文本框 4">
            <a:extLst>
              <a:ext uri="{FF2B5EF4-FFF2-40B4-BE49-F238E27FC236}">
                <a16:creationId xmlns:a16="http://schemas.microsoft.com/office/drawing/2014/main" id="{EEC8C77B-54E9-ECB5-2B36-3AD88CCD9D5E}"/>
              </a:ext>
            </a:extLst>
          </p:cNvPr>
          <p:cNvSpPr txBox="1"/>
          <p:nvPr/>
        </p:nvSpPr>
        <p:spPr>
          <a:xfrm>
            <a:off x="668692" y="1373825"/>
            <a:ext cx="11308271" cy="1719638"/>
          </a:xfrm>
          <a:prstGeom prst="rect">
            <a:avLst/>
          </a:prstGeom>
          <a:noFill/>
        </p:spPr>
        <p:txBody>
          <a:bodyPr wrap="square">
            <a:spAutoFit/>
          </a:bodyPr>
          <a:lstStyle/>
          <a:p>
            <a:pPr>
              <a:lnSpc>
                <a:spcPct val="150000"/>
              </a:lnSpc>
            </a:pPr>
            <a:r>
              <a:rPr lang="en-US" altLang="zh-CN" sz="1600" b="1" dirty="0">
                <a:solidFill>
                  <a:schemeClr val="bg1"/>
                </a:solidFill>
                <a:latin typeface="Helvetica Neue" panose="02000503000000020004" pitchFamily="2" charset="0"/>
              </a:rPr>
              <a:t>B</a:t>
            </a:r>
            <a:r>
              <a:rPr lang="zh-CN" altLang="en-US" sz="1600" b="1" dirty="0">
                <a:solidFill>
                  <a:schemeClr val="bg1"/>
                </a:solidFill>
                <a:latin typeface="Helvetica Neue" panose="02000503000000020004" pitchFamily="2" charset="0"/>
              </a:rPr>
              <a:t>树（</a:t>
            </a:r>
            <a:r>
              <a:rPr lang="en-US" altLang="zh-CN" sz="1600" b="1" dirty="0">
                <a:solidFill>
                  <a:schemeClr val="bg1"/>
                </a:solidFill>
                <a:latin typeface="Helvetica Neue" panose="02000503000000020004" pitchFamily="2" charset="0"/>
              </a:rPr>
              <a:t>B-Tree</a:t>
            </a:r>
            <a:r>
              <a:rPr lang="zh-CN" altLang="en-US" sz="1600" b="1" dirty="0">
                <a:solidFill>
                  <a:schemeClr val="bg1"/>
                </a:solidFill>
                <a:latin typeface="Helvetica Neue" panose="02000503000000020004" pitchFamily="2" charset="0"/>
              </a:rPr>
              <a:t>，有时也写作</a:t>
            </a:r>
            <a:r>
              <a:rPr lang="en-US" altLang="zh-CN" sz="1600" b="1" dirty="0">
                <a:solidFill>
                  <a:schemeClr val="bg1"/>
                </a:solidFill>
                <a:latin typeface="Helvetica Neue" panose="02000503000000020004" pitchFamily="2" charset="0"/>
              </a:rPr>
              <a:t>B-</a:t>
            </a:r>
            <a:r>
              <a:rPr lang="zh-CN" altLang="en-US" sz="1600" b="1" dirty="0">
                <a:solidFill>
                  <a:schemeClr val="bg1"/>
                </a:solidFill>
                <a:latin typeface="Helvetica Neue" panose="02000503000000020004" pitchFamily="2" charset="0"/>
              </a:rPr>
              <a:t>树，不要读成</a:t>
            </a:r>
            <a:r>
              <a:rPr lang="en-US" altLang="zh-CN" sz="1600" b="1" dirty="0">
                <a:solidFill>
                  <a:schemeClr val="bg1"/>
                </a:solidFill>
                <a:latin typeface="Helvetica Neue" panose="02000503000000020004" pitchFamily="2" charset="0"/>
              </a:rPr>
              <a:t>B</a:t>
            </a:r>
            <a:r>
              <a:rPr lang="zh-CN" altLang="en-US" sz="1600" b="1" dirty="0">
                <a:solidFill>
                  <a:schemeClr val="bg1"/>
                </a:solidFill>
                <a:latin typeface="Helvetica Neue" panose="02000503000000020004" pitchFamily="2" charset="0"/>
              </a:rPr>
              <a:t>减树），是一种多路平衡搜索树。</a:t>
            </a:r>
            <a:r>
              <a:rPr lang="en-US" altLang="zh-CN" sz="1600" b="1" dirty="0">
                <a:solidFill>
                  <a:schemeClr val="bg1"/>
                </a:solidFill>
                <a:latin typeface="Helvetica Neue" panose="02000503000000020004" pitchFamily="2" charset="0"/>
              </a:rPr>
              <a:t>B</a:t>
            </a:r>
            <a:r>
              <a:rPr lang="zh-CN" altLang="en-US" sz="1600" b="1" dirty="0">
                <a:solidFill>
                  <a:schemeClr val="bg1"/>
                </a:solidFill>
                <a:latin typeface="Helvetica Neue" panose="02000503000000020004" pitchFamily="2" charset="0"/>
              </a:rPr>
              <a:t>树的特点</a:t>
            </a:r>
            <a:r>
              <a:rPr lang="zh-CN" altLang="en-US" sz="1600" b="1" dirty="0">
                <a:solidFill>
                  <a:srgbClr val="FFE79A"/>
                </a:solidFill>
                <a:latin typeface="Helvetica Neue" panose="02000503000000020004" pitchFamily="2" charset="0"/>
              </a:rPr>
              <a:t>：</a:t>
            </a:r>
            <a:endParaRPr lang="en-US" altLang="zh-CN" sz="1600" b="1" dirty="0">
              <a:solidFill>
                <a:srgbClr val="FFE79A"/>
              </a:solidFill>
              <a:latin typeface="Helvetica Neue" panose="02000503000000020004" pitchFamily="2" charset="0"/>
            </a:endParaRPr>
          </a:p>
          <a:p>
            <a:pPr marL="285750" indent="-285750">
              <a:lnSpc>
                <a:spcPct val="150000"/>
              </a:lnSpc>
              <a:buFontTx/>
              <a:buChar char="-"/>
            </a:pPr>
            <a:r>
              <a:rPr lang="zh-CN" altLang="en-US" sz="1400" b="1" dirty="0">
                <a:solidFill>
                  <a:srgbClr val="FFE79A"/>
                </a:solidFill>
                <a:latin typeface="Helvetica Neue" panose="02000503000000020004" pitchFamily="2" charset="0"/>
              </a:rPr>
              <a:t>每个节点包含 </a:t>
            </a:r>
            <a:r>
              <a:rPr lang="en-US" altLang="zh-CN" sz="1400" b="1" dirty="0">
                <a:solidFill>
                  <a:srgbClr val="FFE79A"/>
                </a:solidFill>
                <a:latin typeface="Helvetica Neue" panose="02000503000000020004" pitchFamily="2" charset="0"/>
              </a:rPr>
              <a:t>M-</a:t>
            </a:r>
            <a:r>
              <a:rPr lang="zh-CN" altLang="en-US" sz="1400" b="1" dirty="0">
                <a:solidFill>
                  <a:srgbClr val="FFE79A"/>
                </a:solidFill>
                <a:latin typeface="Helvetica Neue" panose="02000503000000020004" pitchFamily="2" charset="0"/>
              </a:rPr>
              <a:t> </a:t>
            </a:r>
            <a:r>
              <a:rPr lang="en-US" altLang="zh-CN" sz="1400" b="1" dirty="0">
                <a:solidFill>
                  <a:srgbClr val="FFE79A"/>
                </a:solidFill>
                <a:latin typeface="Helvetica Neue" panose="02000503000000020004" pitchFamily="2" charset="0"/>
              </a:rPr>
              <a:t>1</a:t>
            </a:r>
            <a:r>
              <a:rPr lang="zh-CN" altLang="en-US" sz="1400" b="1" dirty="0">
                <a:solidFill>
                  <a:srgbClr val="FFE79A"/>
                </a:solidFill>
                <a:latin typeface="Helvetica Neue" panose="02000503000000020004" pitchFamily="2" charset="0"/>
              </a:rPr>
              <a:t>个关键字和对应的数据，按关键字从小到大排列，</a:t>
            </a:r>
            <a:r>
              <a:rPr lang="en" altLang="zh-CN" sz="1400" b="1" dirty="0">
                <a:solidFill>
                  <a:srgbClr val="FFE79A"/>
                </a:solidFill>
                <a:latin typeface="Helvetica Neue" panose="02000503000000020004" pitchFamily="2" charset="0"/>
              </a:rPr>
              <a:t>K[1],K[2],…,K[M-1]</a:t>
            </a:r>
            <a:r>
              <a:rPr lang="zh-CN" altLang="en-US" sz="1400" b="1" dirty="0">
                <a:solidFill>
                  <a:srgbClr val="FFE79A"/>
                </a:solidFill>
                <a:latin typeface="Helvetica Neue" panose="02000503000000020004" pitchFamily="2" charset="0"/>
              </a:rPr>
              <a:t>，</a:t>
            </a:r>
            <a:r>
              <a:rPr lang="en" altLang="zh-CN" sz="1400" b="1" dirty="0">
                <a:solidFill>
                  <a:srgbClr val="FFE79A"/>
                </a:solidFill>
                <a:latin typeface="Helvetica Neue" panose="02000503000000020004" pitchFamily="2" charset="0"/>
              </a:rPr>
              <a:t>K[</a:t>
            </a:r>
            <a:r>
              <a:rPr lang="en" altLang="zh-CN" sz="1400" b="1" dirty="0" err="1">
                <a:solidFill>
                  <a:srgbClr val="FFE79A"/>
                </a:solidFill>
                <a:latin typeface="Helvetica Neue" panose="02000503000000020004" pitchFamily="2" charset="0"/>
              </a:rPr>
              <a:t>i</a:t>
            </a:r>
            <a:r>
              <a:rPr lang="en" altLang="zh-CN" sz="1400" b="1" dirty="0">
                <a:solidFill>
                  <a:srgbClr val="FFE79A"/>
                </a:solidFill>
                <a:latin typeface="Helvetica Neue" panose="02000503000000020004" pitchFamily="2" charset="0"/>
              </a:rPr>
              <a:t>] &lt; K[</a:t>
            </a:r>
            <a:r>
              <a:rPr lang="en" altLang="zh-CN" sz="1400" b="1" dirty="0" err="1">
                <a:solidFill>
                  <a:srgbClr val="FFE79A"/>
                </a:solidFill>
                <a:latin typeface="Helvetica Neue" panose="02000503000000020004" pitchFamily="2" charset="0"/>
              </a:rPr>
              <a:t>i</a:t>
            </a:r>
            <a:r>
              <a:rPr lang="en" altLang="zh-CN" sz="1400" b="1" dirty="0">
                <a:solidFill>
                  <a:srgbClr val="FFE79A"/>
                </a:solidFill>
                <a:latin typeface="Helvetica Neue" panose="02000503000000020004" pitchFamily="2" charset="0"/>
              </a:rPr>
              <a:t> +1]</a:t>
            </a:r>
          </a:p>
          <a:p>
            <a:pPr marL="285750" indent="-285750">
              <a:lnSpc>
                <a:spcPct val="150000"/>
              </a:lnSpc>
              <a:buFontTx/>
              <a:buChar char="-"/>
            </a:pPr>
            <a:r>
              <a:rPr lang="zh-CN" altLang="en-US" sz="1400" b="1" dirty="0">
                <a:solidFill>
                  <a:srgbClr val="FFE79A"/>
                </a:solidFill>
                <a:latin typeface="Helvetica Neue" panose="02000503000000020004" pitchFamily="2" charset="0"/>
              </a:rPr>
              <a:t>非叶子结点包含 </a:t>
            </a:r>
            <a:r>
              <a:rPr lang="en-US" altLang="zh-CN" sz="1400" b="1" dirty="0">
                <a:solidFill>
                  <a:srgbClr val="FFE79A"/>
                </a:solidFill>
                <a:latin typeface="Helvetica Neue" panose="02000503000000020004" pitchFamily="2" charset="0"/>
              </a:rPr>
              <a:t>M</a:t>
            </a:r>
            <a:r>
              <a:rPr lang="zh-CN" altLang="en-US" sz="1400" b="1" dirty="0">
                <a:solidFill>
                  <a:srgbClr val="FFE79A"/>
                </a:solidFill>
                <a:latin typeface="Helvetica Neue" panose="02000503000000020004" pitchFamily="2" charset="0"/>
              </a:rPr>
              <a:t> 个指向子节点的指针：</a:t>
            </a:r>
            <a:r>
              <a:rPr lang="en" altLang="zh-CN" sz="1400" b="1" dirty="0">
                <a:solidFill>
                  <a:srgbClr val="FFE79A"/>
                </a:solidFill>
                <a:latin typeface="Helvetica Neue" panose="02000503000000020004" pitchFamily="2" charset="0"/>
              </a:rPr>
              <a:t>P[1], P[2], …, P[M]</a:t>
            </a:r>
            <a:r>
              <a:rPr lang="zh-CN" altLang="en" sz="1400" b="1" dirty="0">
                <a:solidFill>
                  <a:srgbClr val="FFE79A"/>
                </a:solidFill>
                <a:latin typeface="Helvetica Neue" panose="02000503000000020004" pitchFamily="2" charset="0"/>
              </a:rPr>
              <a:t>；</a:t>
            </a:r>
            <a:r>
              <a:rPr lang="zh-CN" altLang="en-US" sz="1400" b="1" dirty="0">
                <a:solidFill>
                  <a:srgbClr val="FFE79A"/>
                </a:solidFill>
                <a:latin typeface="Helvetica Neue" panose="02000503000000020004" pitchFamily="2" charset="0"/>
              </a:rPr>
              <a:t>其中</a:t>
            </a:r>
            <a:r>
              <a:rPr lang="en" altLang="zh-CN" sz="1400" b="1" dirty="0">
                <a:solidFill>
                  <a:srgbClr val="FFE79A"/>
                </a:solidFill>
                <a:latin typeface="Helvetica Neue" panose="02000503000000020004" pitchFamily="2" charset="0"/>
              </a:rPr>
              <a:t>P[1]</a:t>
            </a:r>
            <a:r>
              <a:rPr lang="zh-CN" altLang="en-US" sz="1400" b="1" dirty="0">
                <a:solidFill>
                  <a:srgbClr val="FFE79A"/>
                </a:solidFill>
                <a:latin typeface="Helvetica Neue" panose="02000503000000020004" pitchFamily="2" charset="0"/>
              </a:rPr>
              <a:t>指向关键字小于</a:t>
            </a:r>
            <a:r>
              <a:rPr lang="en" altLang="zh-CN" sz="1400" b="1" dirty="0">
                <a:solidFill>
                  <a:srgbClr val="FFE79A"/>
                </a:solidFill>
                <a:latin typeface="Helvetica Neue" panose="02000503000000020004" pitchFamily="2" charset="0"/>
              </a:rPr>
              <a:t>K[1]</a:t>
            </a:r>
            <a:r>
              <a:rPr lang="zh-CN" altLang="en-US" sz="1400" b="1" dirty="0">
                <a:solidFill>
                  <a:srgbClr val="FFE79A"/>
                </a:solidFill>
                <a:latin typeface="Helvetica Neue" panose="02000503000000020004" pitchFamily="2" charset="0"/>
              </a:rPr>
              <a:t>的子树，</a:t>
            </a:r>
            <a:r>
              <a:rPr lang="en" altLang="zh-CN" sz="1400" b="1" dirty="0">
                <a:solidFill>
                  <a:srgbClr val="FFE79A"/>
                </a:solidFill>
                <a:latin typeface="Helvetica Neue" panose="02000503000000020004" pitchFamily="2" charset="0"/>
              </a:rPr>
              <a:t>P[M]</a:t>
            </a:r>
            <a:r>
              <a:rPr lang="zh-CN" altLang="en-US" sz="1400" b="1" dirty="0">
                <a:solidFill>
                  <a:srgbClr val="FFE79A"/>
                </a:solidFill>
                <a:latin typeface="Helvetica Neue" panose="02000503000000020004" pitchFamily="2" charset="0"/>
              </a:rPr>
              <a:t>指向关键字大于</a:t>
            </a:r>
            <a:r>
              <a:rPr lang="en" altLang="zh-CN" sz="1400" b="1" dirty="0">
                <a:solidFill>
                  <a:srgbClr val="FFE79A"/>
                </a:solidFill>
                <a:latin typeface="Helvetica Neue" panose="02000503000000020004" pitchFamily="2" charset="0"/>
              </a:rPr>
              <a:t>K[M-1]</a:t>
            </a:r>
            <a:r>
              <a:rPr lang="zh-CN" altLang="en-US" sz="1400" b="1" dirty="0">
                <a:solidFill>
                  <a:srgbClr val="FFE79A"/>
                </a:solidFill>
                <a:latin typeface="Helvetica Neue" panose="02000503000000020004" pitchFamily="2" charset="0"/>
              </a:rPr>
              <a:t>的子树，其它</a:t>
            </a:r>
            <a:r>
              <a:rPr lang="en" altLang="zh-CN" sz="1400" b="1" dirty="0">
                <a:solidFill>
                  <a:srgbClr val="FFE79A"/>
                </a:solidFill>
                <a:latin typeface="Helvetica Neue" panose="02000503000000020004" pitchFamily="2" charset="0"/>
              </a:rPr>
              <a:t>P[</a:t>
            </a:r>
            <a:r>
              <a:rPr lang="en" altLang="zh-CN" sz="1400" b="1" dirty="0" err="1">
                <a:solidFill>
                  <a:srgbClr val="FFE79A"/>
                </a:solidFill>
                <a:latin typeface="Helvetica Neue" panose="02000503000000020004" pitchFamily="2" charset="0"/>
              </a:rPr>
              <a:t>i</a:t>
            </a:r>
            <a:r>
              <a:rPr lang="en" altLang="zh-CN" sz="1400" b="1" dirty="0">
                <a:solidFill>
                  <a:srgbClr val="FFE79A"/>
                </a:solidFill>
                <a:latin typeface="Helvetica Neue" panose="02000503000000020004" pitchFamily="2" charset="0"/>
              </a:rPr>
              <a:t>]</a:t>
            </a:r>
            <a:r>
              <a:rPr lang="zh-CN" altLang="en-US" sz="1400" b="1" dirty="0">
                <a:solidFill>
                  <a:srgbClr val="FFE79A"/>
                </a:solidFill>
                <a:latin typeface="Helvetica Neue" panose="02000503000000020004" pitchFamily="2" charset="0"/>
              </a:rPr>
              <a:t>指向关键字属于</a:t>
            </a:r>
            <a:r>
              <a:rPr lang="en-US" altLang="zh-CN" sz="1400" b="1" dirty="0">
                <a:solidFill>
                  <a:srgbClr val="FFE79A"/>
                </a:solidFill>
                <a:latin typeface="Helvetica Neue" panose="02000503000000020004" pitchFamily="2" charset="0"/>
              </a:rPr>
              <a:t>(</a:t>
            </a:r>
            <a:r>
              <a:rPr lang="en" altLang="zh-CN" sz="1400" b="1" dirty="0">
                <a:solidFill>
                  <a:srgbClr val="FFE79A"/>
                </a:solidFill>
                <a:latin typeface="Helvetica Neue" panose="02000503000000020004" pitchFamily="2" charset="0"/>
              </a:rPr>
              <a:t>K[i-1], K[</a:t>
            </a:r>
            <a:r>
              <a:rPr lang="en" altLang="zh-CN" sz="1400" b="1" dirty="0" err="1">
                <a:solidFill>
                  <a:srgbClr val="FFE79A"/>
                </a:solidFill>
                <a:latin typeface="Helvetica Neue" panose="02000503000000020004" pitchFamily="2" charset="0"/>
              </a:rPr>
              <a:t>i</a:t>
            </a:r>
            <a:r>
              <a:rPr lang="en" altLang="zh-CN" sz="1400" b="1" dirty="0">
                <a:solidFill>
                  <a:srgbClr val="FFE79A"/>
                </a:solidFill>
                <a:latin typeface="Helvetica Neue" panose="02000503000000020004" pitchFamily="2" charset="0"/>
              </a:rPr>
              <a:t>])</a:t>
            </a:r>
            <a:r>
              <a:rPr lang="zh-CN" altLang="en-US" sz="1400" b="1" dirty="0">
                <a:solidFill>
                  <a:srgbClr val="FFE79A"/>
                </a:solidFill>
                <a:latin typeface="Helvetica Neue" panose="02000503000000020004" pitchFamily="2" charset="0"/>
              </a:rPr>
              <a:t>的子树。</a:t>
            </a:r>
          </a:p>
          <a:p>
            <a:pPr marL="285750" indent="-285750">
              <a:lnSpc>
                <a:spcPct val="150000"/>
              </a:lnSpc>
              <a:buFontTx/>
              <a:buChar char="-"/>
            </a:pPr>
            <a:r>
              <a:rPr lang="zh-CN" altLang="en-US" sz="1400" b="1" dirty="0">
                <a:solidFill>
                  <a:srgbClr val="FFE79A"/>
                </a:solidFill>
                <a:latin typeface="Helvetica Neue" panose="02000503000000020004" pitchFamily="2" charset="0"/>
              </a:rPr>
              <a:t>所有叶子结点位于同一层；</a:t>
            </a:r>
            <a:endParaRPr lang="en-US" altLang="zh-CN" sz="1400" b="1" i="0" dirty="0">
              <a:solidFill>
                <a:srgbClr val="FFE79A"/>
              </a:solidFill>
              <a:effectLst/>
              <a:latin typeface="Helvetica Neue" panose="02000503000000020004" pitchFamily="2" charset="0"/>
            </a:endParaRPr>
          </a:p>
        </p:txBody>
      </p:sp>
      <p:pic>
        <p:nvPicPr>
          <p:cNvPr id="2" name="图片 1">
            <a:extLst>
              <a:ext uri="{FF2B5EF4-FFF2-40B4-BE49-F238E27FC236}">
                <a16:creationId xmlns:a16="http://schemas.microsoft.com/office/drawing/2014/main" id="{6D44C8D0-80F9-2E7D-227E-0D58227DA7F3}"/>
              </a:ext>
            </a:extLst>
          </p:cNvPr>
          <p:cNvPicPr>
            <a:picLocks noChangeAspect="1"/>
          </p:cNvPicPr>
          <p:nvPr/>
        </p:nvPicPr>
        <p:blipFill>
          <a:blip r:embed="rId2"/>
          <a:stretch>
            <a:fillRect/>
          </a:stretch>
        </p:blipFill>
        <p:spPr>
          <a:xfrm>
            <a:off x="776111" y="3213796"/>
            <a:ext cx="7772400" cy="3083954"/>
          </a:xfrm>
          <a:prstGeom prst="rect">
            <a:avLst/>
          </a:prstGeom>
        </p:spPr>
      </p:pic>
    </p:spTree>
    <p:extLst>
      <p:ext uri="{BB962C8B-B14F-4D97-AF65-F5344CB8AC3E}">
        <p14:creationId xmlns:p14="http://schemas.microsoft.com/office/powerpoint/2010/main" val="2122106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a:extLst>
              <a:ext uri="{FF2B5EF4-FFF2-40B4-BE49-F238E27FC236}">
                <a16:creationId xmlns:a16="http://schemas.microsoft.com/office/drawing/2014/main" id="{CE4C9717-A43F-B0B8-2DB6-0F8B45681D36}"/>
              </a:ext>
            </a:extLst>
          </p:cNvPr>
          <p:cNvSpPr txBox="1">
            <a:spLocks/>
          </p:cNvSpPr>
          <p:nvPr/>
        </p:nvSpPr>
        <p:spPr>
          <a:xfrm>
            <a:off x="668692" y="560250"/>
            <a:ext cx="10405707" cy="757130"/>
          </a:xfrm>
          <a:prstGeom prst="rect">
            <a:avLst/>
          </a:prstGeom>
        </p:spPr>
        <p:txBody>
          <a:bodyPr vert="horz" wrap="square" lIns="91440" tIns="45720" rIns="91440" bIns="45720" rtlCol="0" anchor="ctr">
            <a:spAutoFit/>
          </a:bodyPr>
          <a:lstStyle>
            <a:lvl1pPr algn="l" defTabSz="685800" rtl="0" eaLnBrk="1" latinLnBrk="0" hangingPunct="1">
              <a:lnSpc>
                <a:spcPct val="90000"/>
              </a:lnSpc>
              <a:spcBef>
                <a:spcPct val="0"/>
              </a:spcBef>
              <a:buNone/>
              <a:defRPr sz="4800" kern="1200">
                <a:solidFill>
                  <a:schemeClr val="bg1"/>
                </a:solidFill>
                <a:latin typeface="微软雅黑" panose="020B0503020204020204" pitchFamily="34" charset="-122"/>
                <a:ea typeface="微软雅黑" panose="020B0503020204020204" pitchFamily="34" charset="-122"/>
                <a:cs typeface="+mj-cs"/>
              </a:defRPr>
            </a:lvl1pPr>
          </a:lstStyle>
          <a:p>
            <a:r>
              <a:rPr lang="zh-CN" altLang="en-US" sz="4800" b="1" dirty="0">
                <a:latin typeface="Helvetica Neue" panose="02000503000000020004" pitchFamily="2" charset="0"/>
              </a:rPr>
              <a:t>索引的结构 </a:t>
            </a:r>
            <a:r>
              <a:rPr lang="en-US" altLang="zh-CN" sz="4800" b="1" dirty="0">
                <a:latin typeface="Helvetica Neue" panose="02000503000000020004" pitchFamily="2" charset="0"/>
              </a:rPr>
              <a:t>–</a:t>
            </a:r>
            <a:r>
              <a:rPr lang="zh-CN" altLang="en-US" sz="4800" b="1" dirty="0">
                <a:latin typeface="Helvetica Neue" panose="02000503000000020004" pitchFamily="2" charset="0"/>
              </a:rPr>
              <a:t> </a:t>
            </a:r>
            <a:r>
              <a:rPr lang="en-US" altLang="zh-CN" sz="4800" b="1" dirty="0">
                <a:latin typeface="Helvetica Neue" panose="02000503000000020004" pitchFamily="2" charset="0"/>
              </a:rPr>
              <a:t>B</a:t>
            </a:r>
            <a:r>
              <a:rPr lang="zh-CN" altLang="en-US" sz="4800" b="1" dirty="0">
                <a:latin typeface="Helvetica Neue" panose="02000503000000020004" pitchFamily="2" charset="0"/>
              </a:rPr>
              <a:t>树索引</a:t>
            </a:r>
            <a:endParaRPr lang="zh-CN" altLang="en-US" dirty="0"/>
          </a:p>
        </p:txBody>
      </p:sp>
      <p:sp>
        <p:nvSpPr>
          <p:cNvPr id="5" name="文本框 4">
            <a:extLst>
              <a:ext uri="{FF2B5EF4-FFF2-40B4-BE49-F238E27FC236}">
                <a16:creationId xmlns:a16="http://schemas.microsoft.com/office/drawing/2014/main" id="{EEC8C77B-54E9-ECB5-2B36-3AD88CCD9D5E}"/>
              </a:ext>
            </a:extLst>
          </p:cNvPr>
          <p:cNvSpPr txBox="1"/>
          <p:nvPr/>
        </p:nvSpPr>
        <p:spPr>
          <a:xfrm>
            <a:off x="668692" y="1373825"/>
            <a:ext cx="10258952" cy="422039"/>
          </a:xfrm>
          <a:prstGeom prst="rect">
            <a:avLst/>
          </a:prstGeom>
          <a:noFill/>
        </p:spPr>
        <p:txBody>
          <a:bodyPr wrap="square">
            <a:spAutoFit/>
          </a:bodyPr>
          <a:lstStyle/>
          <a:p>
            <a:pPr>
              <a:lnSpc>
                <a:spcPct val="150000"/>
              </a:lnSpc>
            </a:pPr>
            <a:r>
              <a:rPr lang="zh-CN" altLang="en-US" sz="1600" b="1" dirty="0">
                <a:solidFill>
                  <a:srgbClr val="FFE79A"/>
                </a:solidFill>
                <a:latin typeface="Helvetica Neue" panose="02000503000000020004" pitchFamily="2" charset="0"/>
              </a:rPr>
              <a:t>下图为上一页的</a:t>
            </a:r>
            <a:r>
              <a:rPr lang="en-US" altLang="zh-CN" sz="1600" b="1" dirty="0">
                <a:solidFill>
                  <a:srgbClr val="FFE79A"/>
                </a:solidFill>
                <a:latin typeface="Helvetica Neue" panose="02000503000000020004" pitchFamily="2" charset="0"/>
              </a:rPr>
              <a:t>B</a:t>
            </a:r>
            <a:r>
              <a:rPr lang="zh-CN" altLang="en-US" sz="1600" b="1" dirty="0">
                <a:solidFill>
                  <a:srgbClr val="FFE79A"/>
                </a:solidFill>
                <a:latin typeface="Helvetica Neue" panose="02000503000000020004" pitchFamily="2" charset="0"/>
              </a:rPr>
              <a:t>树对应的二叉树，</a:t>
            </a:r>
            <a:r>
              <a:rPr lang="zh-CN" altLang="en-US" sz="1600" b="1" i="0" dirty="0">
                <a:solidFill>
                  <a:srgbClr val="FFE79A"/>
                </a:solidFill>
                <a:effectLst/>
                <a:latin typeface="Helvetica Neue" panose="02000503000000020004" pitchFamily="2" charset="0"/>
              </a:rPr>
              <a:t>要查找关键字等于</a:t>
            </a:r>
            <a:r>
              <a:rPr lang="en-US" altLang="zh-CN" sz="1600" b="1" i="0" dirty="0">
                <a:solidFill>
                  <a:srgbClr val="FFE79A"/>
                </a:solidFill>
                <a:effectLst/>
                <a:latin typeface="Helvetica Neue" panose="02000503000000020004" pitchFamily="2" charset="0"/>
              </a:rPr>
              <a:t>12</a:t>
            </a:r>
            <a:r>
              <a:rPr lang="zh-CN" altLang="en-US" sz="1600" b="1" i="0" dirty="0">
                <a:solidFill>
                  <a:srgbClr val="FFE79A"/>
                </a:solidFill>
                <a:effectLst/>
                <a:latin typeface="Helvetica Neue" panose="02000503000000020004" pitchFamily="2" charset="0"/>
              </a:rPr>
              <a:t>的数据，二叉树需要</a:t>
            </a:r>
            <a:r>
              <a:rPr lang="zh-CN" altLang="en-US" sz="1600" b="1" dirty="0">
                <a:solidFill>
                  <a:srgbClr val="FFE79A"/>
                </a:solidFill>
                <a:latin typeface="Helvetica Neue" panose="02000503000000020004" pitchFamily="2" charset="0"/>
              </a:rPr>
              <a:t>读</a:t>
            </a:r>
            <a:r>
              <a:rPr lang="en-US" altLang="zh-CN" sz="1600" b="1" dirty="0">
                <a:solidFill>
                  <a:srgbClr val="FFE79A"/>
                </a:solidFill>
                <a:latin typeface="Helvetica Neue" panose="02000503000000020004" pitchFamily="2" charset="0"/>
              </a:rPr>
              <a:t>5</a:t>
            </a:r>
            <a:r>
              <a:rPr lang="zh-CN" altLang="en-US" sz="1600" b="1" dirty="0">
                <a:solidFill>
                  <a:srgbClr val="FFE79A"/>
                </a:solidFill>
                <a:latin typeface="Helvetica Neue" panose="02000503000000020004" pitchFamily="2" charset="0"/>
              </a:rPr>
              <a:t>次磁盘，</a:t>
            </a:r>
            <a:r>
              <a:rPr lang="en-US" altLang="zh-CN" sz="1600" b="1" dirty="0">
                <a:solidFill>
                  <a:srgbClr val="FFE79A"/>
                </a:solidFill>
                <a:latin typeface="Helvetica Neue" panose="02000503000000020004" pitchFamily="2" charset="0"/>
              </a:rPr>
              <a:t>B</a:t>
            </a:r>
            <a:r>
              <a:rPr lang="zh-CN" altLang="en-US" sz="1600" b="1" dirty="0">
                <a:solidFill>
                  <a:srgbClr val="FFE79A"/>
                </a:solidFill>
                <a:latin typeface="Helvetica Neue" panose="02000503000000020004" pitchFamily="2" charset="0"/>
              </a:rPr>
              <a:t>树只需要读</a:t>
            </a:r>
            <a:r>
              <a:rPr lang="en-US" altLang="zh-CN" sz="1600" b="1" dirty="0">
                <a:solidFill>
                  <a:srgbClr val="FFE79A"/>
                </a:solidFill>
                <a:latin typeface="Helvetica Neue" panose="02000503000000020004" pitchFamily="2" charset="0"/>
              </a:rPr>
              <a:t>3</a:t>
            </a:r>
            <a:r>
              <a:rPr lang="zh-CN" altLang="en-US" sz="1600" b="1" dirty="0">
                <a:solidFill>
                  <a:srgbClr val="FFE79A"/>
                </a:solidFill>
                <a:latin typeface="Helvetica Neue" panose="02000503000000020004" pitchFamily="2" charset="0"/>
              </a:rPr>
              <a:t>次。</a:t>
            </a:r>
            <a:endParaRPr lang="en-US" altLang="zh-CN" sz="1600" b="1" i="0" dirty="0">
              <a:solidFill>
                <a:srgbClr val="FFE79A"/>
              </a:solidFill>
              <a:effectLst/>
              <a:latin typeface="-apple-system"/>
            </a:endParaRPr>
          </a:p>
        </p:txBody>
      </p:sp>
      <p:pic>
        <p:nvPicPr>
          <p:cNvPr id="2" name="图片 1">
            <a:extLst>
              <a:ext uri="{FF2B5EF4-FFF2-40B4-BE49-F238E27FC236}">
                <a16:creationId xmlns:a16="http://schemas.microsoft.com/office/drawing/2014/main" id="{55A30322-DDEB-89BA-C98F-0958E0B55F89}"/>
              </a:ext>
            </a:extLst>
          </p:cNvPr>
          <p:cNvPicPr>
            <a:picLocks noChangeAspect="1"/>
          </p:cNvPicPr>
          <p:nvPr/>
        </p:nvPicPr>
        <p:blipFill>
          <a:blip r:embed="rId2"/>
          <a:stretch>
            <a:fillRect/>
          </a:stretch>
        </p:blipFill>
        <p:spPr>
          <a:xfrm>
            <a:off x="753532" y="2077730"/>
            <a:ext cx="9876925" cy="3792492"/>
          </a:xfrm>
          <a:prstGeom prst="rect">
            <a:avLst/>
          </a:prstGeom>
        </p:spPr>
      </p:pic>
    </p:spTree>
    <p:extLst>
      <p:ext uri="{BB962C8B-B14F-4D97-AF65-F5344CB8AC3E}">
        <p14:creationId xmlns:p14="http://schemas.microsoft.com/office/powerpoint/2010/main" val="2964033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a:extLst>
              <a:ext uri="{FF2B5EF4-FFF2-40B4-BE49-F238E27FC236}">
                <a16:creationId xmlns:a16="http://schemas.microsoft.com/office/drawing/2014/main" id="{CE4C9717-A43F-B0B8-2DB6-0F8B45681D36}"/>
              </a:ext>
            </a:extLst>
          </p:cNvPr>
          <p:cNvSpPr txBox="1">
            <a:spLocks/>
          </p:cNvSpPr>
          <p:nvPr/>
        </p:nvSpPr>
        <p:spPr>
          <a:xfrm>
            <a:off x="668692" y="560250"/>
            <a:ext cx="10405707" cy="757130"/>
          </a:xfrm>
          <a:prstGeom prst="rect">
            <a:avLst/>
          </a:prstGeom>
        </p:spPr>
        <p:txBody>
          <a:bodyPr vert="horz" wrap="square" lIns="91440" tIns="45720" rIns="91440" bIns="45720" rtlCol="0" anchor="ctr">
            <a:spAutoFit/>
          </a:bodyPr>
          <a:lstStyle>
            <a:lvl1pPr algn="l" defTabSz="685800" rtl="0" eaLnBrk="1" latinLnBrk="0" hangingPunct="1">
              <a:lnSpc>
                <a:spcPct val="90000"/>
              </a:lnSpc>
              <a:spcBef>
                <a:spcPct val="0"/>
              </a:spcBef>
              <a:buNone/>
              <a:defRPr sz="4800" kern="1200">
                <a:solidFill>
                  <a:schemeClr val="bg1"/>
                </a:solidFill>
                <a:latin typeface="微软雅黑" panose="020B0503020204020204" pitchFamily="34" charset="-122"/>
                <a:ea typeface="微软雅黑" panose="020B0503020204020204" pitchFamily="34" charset="-122"/>
                <a:cs typeface="+mj-cs"/>
              </a:defRPr>
            </a:lvl1pPr>
          </a:lstStyle>
          <a:p>
            <a:r>
              <a:rPr lang="zh-CN" altLang="en-US" sz="4800" b="1" dirty="0">
                <a:latin typeface="Helvetica Neue" panose="02000503000000020004" pitchFamily="2" charset="0"/>
              </a:rPr>
              <a:t>索引的结构 </a:t>
            </a:r>
            <a:r>
              <a:rPr lang="en-US" altLang="zh-CN" sz="4800" b="1" dirty="0">
                <a:latin typeface="Helvetica Neue" panose="02000503000000020004" pitchFamily="2" charset="0"/>
              </a:rPr>
              <a:t>–</a:t>
            </a:r>
            <a:r>
              <a:rPr lang="zh-CN" altLang="en-US" sz="4800" b="1" dirty="0">
                <a:latin typeface="Helvetica Neue" panose="02000503000000020004" pitchFamily="2" charset="0"/>
              </a:rPr>
              <a:t> </a:t>
            </a:r>
            <a:r>
              <a:rPr lang="en-US" altLang="zh-CN" sz="4800" b="1" dirty="0">
                <a:latin typeface="Helvetica Neue" panose="02000503000000020004" pitchFamily="2" charset="0"/>
              </a:rPr>
              <a:t>B+</a:t>
            </a:r>
            <a:r>
              <a:rPr lang="zh-CN" altLang="en-US" sz="4800" b="1" dirty="0">
                <a:latin typeface="Helvetica Neue" panose="02000503000000020004" pitchFamily="2" charset="0"/>
              </a:rPr>
              <a:t>树索引</a:t>
            </a:r>
            <a:endParaRPr lang="zh-CN" altLang="en-US" dirty="0"/>
          </a:p>
        </p:txBody>
      </p:sp>
      <p:sp>
        <p:nvSpPr>
          <p:cNvPr id="3" name="文本框 2">
            <a:extLst>
              <a:ext uri="{FF2B5EF4-FFF2-40B4-BE49-F238E27FC236}">
                <a16:creationId xmlns:a16="http://schemas.microsoft.com/office/drawing/2014/main" id="{3DE6EEB8-CF9E-89C6-AE80-DD4DC857D8C4}"/>
              </a:ext>
            </a:extLst>
          </p:cNvPr>
          <p:cNvSpPr txBox="1"/>
          <p:nvPr/>
        </p:nvSpPr>
        <p:spPr>
          <a:xfrm>
            <a:off x="668692" y="1373825"/>
            <a:ext cx="11308271" cy="2035942"/>
          </a:xfrm>
          <a:prstGeom prst="rect">
            <a:avLst/>
          </a:prstGeom>
          <a:noFill/>
        </p:spPr>
        <p:txBody>
          <a:bodyPr wrap="square">
            <a:spAutoFit/>
          </a:bodyPr>
          <a:lstStyle/>
          <a:p>
            <a:pPr>
              <a:lnSpc>
                <a:spcPct val="150000"/>
              </a:lnSpc>
            </a:pPr>
            <a:r>
              <a:rPr lang="en-US" altLang="zh-CN" sz="1600" b="1" dirty="0">
                <a:solidFill>
                  <a:schemeClr val="bg1"/>
                </a:solidFill>
                <a:latin typeface="Helvetica Neue" panose="02000503000000020004" pitchFamily="2" charset="0"/>
              </a:rPr>
              <a:t>B+</a:t>
            </a:r>
            <a:r>
              <a:rPr lang="zh-CN" altLang="en-US" sz="1600" b="1" dirty="0">
                <a:solidFill>
                  <a:schemeClr val="bg1"/>
                </a:solidFill>
                <a:latin typeface="Helvetica Neue" panose="02000503000000020004" pitchFamily="2" charset="0"/>
              </a:rPr>
              <a:t>树（</a:t>
            </a:r>
            <a:r>
              <a:rPr lang="en-US" altLang="zh-CN" sz="1600" b="1" dirty="0" err="1">
                <a:solidFill>
                  <a:schemeClr val="bg1"/>
                </a:solidFill>
                <a:latin typeface="Helvetica Neue" panose="02000503000000020004" pitchFamily="2" charset="0"/>
              </a:rPr>
              <a:t>B+Tree</a:t>
            </a:r>
            <a:r>
              <a:rPr lang="zh-CN" altLang="en-US" sz="1600" b="1" dirty="0">
                <a:solidFill>
                  <a:schemeClr val="bg1"/>
                </a:solidFill>
                <a:latin typeface="Helvetica Neue" panose="02000503000000020004" pitchFamily="2" charset="0"/>
              </a:rPr>
              <a:t>，读作</a:t>
            </a:r>
            <a:r>
              <a:rPr lang="en-US" altLang="zh-CN" sz="1600" b="1" dirty="0">
                <a:solidFill>
                  <a:schemeClr val="bg1"/>
                </a:solidFill>
                <a:latin typeface="Helvetica Neue" panose="02000503000000020004" pitchFamily="2" charset="0"/>
              </a:rPr>
              <a:t>B</a:t>
            </a:r>
            <a:r>
              <a:rPr lang="zh-CN" altLang="en-US" sz="1600" b="1" dirty="0">
                <a:solidFill>
                  <a:schemeClr val="bg1"/>
                </a:solidFill>
                <a:latin typeface="Helvetica Neue" panose="02000503000000020004" pitchFamily="2" charset="0"/>
              </a:rPr>
              <a:t>加树），是</a:t>
            </a:r>
            <a:r>
              <a:rPr lang="en-US" altLang="zh-CN" sz="1600" b="1" dirty="0">
                <a:solidFill>
                  <a:schemeClr val="bg1"/>
                </a:solidFill>
                <a:latin typeface="Helvetica Neue" panose="02000503000000020004" pitchFamily="2" charset="0"/>
              </a:rPr>
              <a:t>B</a:t>
            </a:r>
            <a:r>
              <a:rPr lang="zh-CN" altLang="en-US" sz="1600" b="1" dirty="0">
                <a:solidFill>
                  <a:schemeClr val="bg1"/>
                </a:solidFill>
                <a:latin typeface="Helvetica Neue" panose="02000503000000020004" pitchFamily="2" charset="0"/>
              </a:rPr>
              <a:t>树的变体，也是一种多路搜索树。</a:t>
            </a:r>
            <a:r>
              <a:rPr lang="en-US" altLang="zh-CN" sz="1600" b="1" dirty="0">
                <a:solidFill>
                  <a:schemeClr val="bg1"/>
                </a:solidFill>
                <a:latin typeface="Helvetica Neue" panose="02000503000000020004" pitchFamily="2" charset="0"/>
              </a:rPr>
              <a:t>B+</a:t>
            </a:r>
            <a:r>
              <a:rPr lang="zh-CN" altLang="en-US" sz="1600" b="1" dirty="0">
                <a:solidFill>
                  <a:schemeClr val="bg1"/>
                </a:solidFill>
                <a:latin typeface="Helvetica Neue" panose="02000503000000020004" pitchFamily="2" charset="0"/>
              </a:rPr>
              <a:t>树的特点</a:t>
            </a:r>
            <a:r>
              <a:rPr lang="zh-CN" altLang="en-US" sz="1600" b="1" dirty="0">
                <a:solidFill>
                  <a:srgbClr val="FFE79A"/>
                </a:solidFill>
                <a:latin typeface="Helvetica Neue" panose="02000503000000020004" pitchFamily="2" charset="0"/>
              </a:rPr>
              <a:t>：</a:t>
            </a:r>
            <a:endParaRPr lang="en-US" altLang="zh-CN" sz="1600" b="1" dirty="0">
              <a:solidFill>
                <a:srgbClr val="FFE79A"/>
              </a:solidFill>
              <a:latin typeface="Helvetica Neue" panose="02000503000000020004" pitchFamily="2" charset="0"/>
            </a:endParaRPr>
          </a:p>
          <a:p>
            <a:pPr marL="285750" indent="-285750">
              <a:lnSpc>
                <a:spcPct val="150000"/>
              </a:lnSpc>
              <a:buFontTx/>
              <a:buChar char="-"/>
            </a:pPr>
            <a:r>
              <a:rPr lang="zh-CN" altLang="en-US" sz="1400" b="1" dirty="0">
                <a:solidFill>
                  <a:srgbClr val="FFE79A"/>
                </a:solidFill>
                <a:latin typeface="Helvetica Neue" panose="02000503000000020004" pitchFamily="2" charset="0"/>
              </a:rPr>
              <a:t>非叶子节点包含 </a:t>
            </a:r>
            <a:r>
              <a:rPr lang="en-US" altLang="zh-CN" sz="1400" b="1" dirty="0">
                <a:solidFill>
                  <a:srgbClr val="FFE79A"/>
                </a:solidFill>
                <a:latin typeface="Helvetica Neue" panose="02000503000000020004" pitchFamily="2" charset="0"/>
              </a:rPr>
              <a:t>M</a:t>
            </a:r>
            <a:r>
              <a:rPr lang="zh-CN" altLang="en-US" sz="1400" b="1" dirty="0">
                <a:solidFill>
                  <a:srgbClr val="FFE79A"/>
                </a:solidFill>
                <a:latin typeface="Helvetica Neue" panose="02000503000000020004" pitchFamily="2" charset="0"/>
              </a:rPr>
              <a:t> 个关键字（不包含数据），按关键字从小到大排列，</a:t>
            </a:r>
            <a:r>
              <a:rPr lang="en" altLang="zh-CN" sz="1400" b="1" dirty="0">
                <a:solidFill>
                  <a:srgbClr val="FFE79A"/>
                </a:solidFill>
                <a:latin typeface="Helvetica Neue" panose="02000503000000020004" pitchFamily="2" charset="0"/>
              </a:rPr>
              <a:t>K[1],K[2],…,K[M]</a:t>
            </a:r>
            <a:r>
              <a:rPr lang="zh-CN" altLang="en-US" sz="1400" b="1" dirty="0">
                <a:solidFill>
                  <a:srgbClr val="FFE79A"/>
                </a:solidFill>
                <a:latin typeface="Helvetica Neue" panose="02000503000000020004" pitchFamily="2" charset="0"/>
              </a:rPr>
              <a:t>，</a:t>
            </a:r>
            <a:r>
              <a:rPr lang="en" altLang="zh-CN" sz="1400" b="1" dirty="0">
                <a:solidFill>
                  <a:srgbClr val="FFE79A"/>
                </a:solidFill>
                <a:latin typeface="Helvetica Neue" panose="02000503000000020004" pitchFamily="2" charset="0"/>
              </a:rPr>
              <a:t>K[</a:t>
            </a:r>
            <a:r>
              <a:rPr lang="en" altLang="zh-CN" sz="1400" b="1" dirty="0" err="1">
                <a:solidFill>
                  <a:srgbClr val="FFE79A"/>
                </a:solidFill>
                <a:latin typeface="Helvetica Neue" panose="02000503000000020004" pitchFamily="2" charset="0"/>
              </a:rPr>
              <a:t>i</a:t>
            </a:r>
            <a:r>
              <a:rPr lang="en" altLang="zh-CN" sz="1400" b="1" dirty="0">
                <a:solidFill>
                  <a:srgbClr val="FFE79A"/>
                </a:solidFill>
                <a:latin typeface="Helvetica Neue" panose="02000503000000020004" pitchFamily="2" charset="0"/>
              </a:rPr>
              <a:t>] &lt; K[</a:t>
            </a:r>
            <a:r>
              <a:rPr lang="en" altLang="zh-CN" sz="1400" b="1" dirty="0" err="1">
                <a:solidFill>
                  <a:srgbClr val="FFE79A"/>
                </a:solidFill>
                <a:latin typeface="Helvetica Neue" panose="02000503000000020004" pitchFamily="2" charset="0"/>
              </a:rPr>
              <a:t>i</a:t>
            </a:r>
            <a:r>
              <a:rPr lang="en" altLang="zh-CN" sz="1400" b="1" dirty="0">
                <a:solidFill>
                  <a:srgbClr val="FFE79A"/>
                </a:solidFill>
                <a:latin typeface="Helvetica Neue" panose="02000503000000020004" pitchFamily="2" charset="0"/>
              </a:rPr>
              <a:t> +1]</a:t>
            </a:r>
          </a:p>
          <a:p>
            <a:pPr marL="285750" indent="-285750">
              <a:lnSpc>
                <a:spcPct val="150000"/>
              </a:lnSpc>
              <a:buFontTx/>
              <a:buChar char="-"/>
            </a:pPr>
            <a:r>
              <a:rPr lang="zh-CN" altLang="en-US" sz="1400" b="1" dirty="0">
                <a:solidFill>
                  <a:srgbClr val="FFE79A"/>
                </a:solidFill>
                <a:latin typeface="Helvetica Neue" panose="02000503000000020004" pitchFamily="2" charset="0"/>
              </a:rPr>
              <a:t>非叶子结点包含 </a:t>
            </a:r>
            <a:r>
              <a:rPr lang="en-US" altLang="zh-CN" sz="1400" b="1" dirty="0">
                <a:solidFill>
                  <a:srgbClr val="FFE79A"/>
                </a:solidFill>
                <a:latin typeface="Helvetica Neue" panose="02000503000000020004" pitchFamily="2" charset="0"/>
              </a:rPr>
              <a:t>M</a:t>
            </a:r>
            <a:r>
              <a:rPr lang="zh-CN" altLang="en-US" sz="1400" b="1" dirty="0">
                <a:solidFill>
                  <a:srgbClr val="FFE79A"/>
                </a:solidFill>
                <a:latin typeface="Helvetica Neue" panose="02000503000000020004" pitchFamily="2" charset="0"/>
              </a:rPr>
              <a:t> 个指向子节点的指针：</a:t>
            </a:r>
            <a:r>
              <a:rPr lang="en" altLang="zh-CN" sz="1400" b="1" dirty="0">
                <a:solidFill>
                  <a:srgbClr val="FFE79A"/>
                </a:solidFill>
                <a:latin typeface="Helvetica Neue" panose="02000503000000020004" pitchFamily="2" charset="0"/>
              </a:rPr>
              <a:t>P[1], P[2], …, P[M]</a:t>
            </a:r>
            <a:r>
              <a:rPr lang="zh-CN" altLang="en" sz="1400" b="1" dirty="0">
                <a:solidFill>
                  <a:srgbClr val="FFE79A"/>
                </a:solidFill>
                <a:latin typeface="Helvetica Neue" panose="02000503000000020004" pitchFamily="2" charset="0"/>
              </a:rPr>
              <a:t>；</a:t>
            </a:r>
            <a:r>
              <a:rPr lang="zh-CN" altLang="en-US" sz="1400" b="1" dirty="0">
                <a:solidFill>
                  <a:srgbClr val="FFE79A"/>
                </a:solidFill>
                <a:latin typeface="Helvetica Neue" panose="02000503000000020004" pitchFamily="2" charset="0"/>
              </a:rPr>
              <a:t>其中</a:t>
            </a:r>
            <a:r>
              <a:rPr lang="en" altLang="zh-CN" sz="1400" b="1" dirty="0">
                <a:solidFill>
                  <a:srgbClr val="FFE79A"/>
                </a:solidFill>
                <a:latin typeface="Helvetica Neue" panose="02000503000000020004" pitchFamily="2" charset="0"/>
              </a:rPr>
              <a:t>P[</a:t>
            </a:r>
            <a:r>
              <a:rPr lang="en" altLang="zh-CN" sz="1400" b="1" dirty="0" err="1">
                <a:solidFill>
                  <a:srgbClr val="FFE79A"/>
                </a:solidFill>
                <a:latin typeface="Helvetica Neue" panose="02000503000000020004" pitchFamily="2" charset="0"/>
              </a:rPr>
              <a:t>i</a:t>
            </a:r>
            <a:r>
              <a:rPr lang="en" altLang="zh-CN" sz="1400" b="1" dirty="0">
                <a:solidFill>
                  <a:srgbClr val="FFE79A"/>
                </a:solidFill>
                <a:latin typeface="Helvetica Neue" panose="02000503000000020004" pitchFamily="2" charset="0"/>
              </a:rPr>
              <a:t>]</a:t>
            </a:r>
            <a:r>
              <a:rPr lang="zh-CN" altLang="en-US" sz="1400" b="1" dirty="0">
                <a:solidFill>
                  <a:srgbClr val="FFE79A"/>
                </a:solidFill>
                <a:latin typeface="Helvetica Neue" panose="02000503000000020004" pitchFamily="2" charset="0"/>
              </a:rPr>
              <a:t>指向关键字属于 </a:t>
            </a:r>
            <a:r>
              <a:rPr lang="en-US" altLang="zh-CN" sz="1400" b="1" dirty="0">
                <a:solidFill>
                  <a:srgbClr val="FFE79A"/>
                </a:solidFill>
                <a:latin typeface="Helvetica Neue" panose="02000503000000020004" pitchFamily="2" charset="0"/>
              </a:rPr>
              <a:t>[K[</a:t>
            </a:r>
            <a:r>
              <a:rPr lang="en-US" altLang="zh-CN" sz="1400" b="1" dirty="0" err="1">
                <a:solidFill>
                  <a:srgbClr val="FFE79A"/>
                </a:solidFill>
                <a:latin typeface="Helvetica Neue" panose="02000503000000020004" pitchFamily="2" charset="0"/>
              </a:rPr>
              <a:t>i</a:t>
            </a:r>
            <a:r>
              <a:rPr lang="en-US" altLang="zh-CN" sz="1400" b="1" dirty="0">
                <a:solidFill>
                  <a:srgbClr val="FFE79A"/>
                </a:solidFill>
                <a:latin typeface="Helvetica Neue" panose="02000503000000020004" pitchFamily="2" charset="0"/>
              </a:rPr>
              <a:t>], K[i+1])</a:t>
            </a:r>
            <a:r>
              <a:rPr lang="zh-CN" altLang="en-US" sz="1400" b="1" dirty="0">
                <a:solidFill>
                  <a:srgbClr val="FFE79A"/>
                </a:solidFill>
                <a:latin typeface="Helvetica Neue" panose="02000503000000020004" pitchFamily="2" charset="0"/>
              </a:rPr>
              <a:t> 的子树，</a:t>
            </a:r>
            <a:r>
              <a:rPr lang="en" altLang="zh-CN" sz="1400" b="1" dirty="0">
                <a:solidFill>
                  <a:srgbClr val="FFE79A"/>
                </a:solidFill>
                <a:latin typeface="Helvetica Neue" panose="02000503000000020004" pitchFamily="2" charset="0"/>
              </a:rPr>
              <a:t>P[M]</a:t>
            </a:r>
            <a:r>
              <a:rPr lang="zh-CN" altLang="en-US" sz="1400" b="1" dirty="0">
                <a:solidFill>
                  <a:srgbClr val="FFE79A"/>
                </a:solidFill>
                <a:latin typeface="Helvetica Neue" panose="02000503000000020004" pitchFamily="2" charset="0"/>
              </a:rPr>
              <a:t>指向关键字大于等于</a:t>
            </a:r>
            <a:r>
              <a:rPr lang="en" altLang="zh-CN" sz="1400" b="1" dirty="0">
                <a:solidFill>
                  <a:srgbClr val="FFE79A"/>
                </a:solidFill>
                <a:latin typeface="Helvetica Neue" panose="02000503000000020004" pitchFamily="2" charset="0"/>
              </a:rPr>
              <a:t>K[M1]</a:t>
            </a:r>
            <a:r>
              <a:rPr lang="zh-CN" altLang="en-US" sz="1400" b="1" dirty="0">
                <a:solidFill>
                  <a:srgbClr val="FFE79A"/>
                </a:solidFill>
                <a:latin typeface="Helvetica Neue" panose="02000503000000020004" pitchFamily="2" charset="0"/>
              </a:rPr>
              <a:t>的子树。</a:t>
            </a:r>
            <a:endParaRPr lang="en-US" altLang="zh-CN" sz="1400" b="1" dirty="0">
              <a:solidFill>
                <a:srgbClr val="FFE79A"/>
              </a:solidFill>
              <a:latin typeface="Helvetica Neue" panose="02000503000000020004" pitchFamily="2" charset="0"/>
            </a:endParaRPr>
          </a:p>
          <a:p>
            <a:pPr marL="285750" indent="-285750">
              <a:lnSpc>
                <a:spcPct val="150000"/>
              </a:lnSpc>
              <a:buFontTx/>
              <a:buChar char="-"/>
            </a:pPr>
            <a:r>
              <a:rPr lang="zh-CN" altLang="en-US" sz="1400" b="1" dirty="0">
                <a:solidFill>
                  <a:srgbClr val="FFE79A"/>
                </a:solidFill>
                <a:latin typeface="Helvetica Neue" panose="02000503000000020004" pitchFamily="2" charset="0"/>
              </a:rPr>
              <a:t>叶子节点包含 </a:t>
            </a:r>
            <a:r>
              <a:rPr lang="en-US" altLang="zh-CN" sz="1400" b="1" dirty="0">
                <a:solidFill>
                  <a:srgbClr val="FFE79A"/>
                </a:solidFill>
                <a:latin typeface="Helvetica Neue" panose="02000503000000020004" pitchFamily="2" charset="0"/>
              </a:rPr>
              <a:t>M</a:t>
            </a:r>
            <a:r>
              <a:rPr lang="zh-CN" altLang="en-US" sz="1400" b="1" dirty="0">
                <a:solidFill>
                  <a:srgbClr val="FFE79A"/>
                </a:solidFill>
                <a:latin typeface="Helvetica Neue" panose="02000503000000020004" pitchFamily="2" charset="0"/>
              </a:rPr>
              <a:t> 个关键字和对应的数据，所有数据均仅在叶子节点。</a:t>
            </a:r>
            <a:endParaRPr lang="en-US" altLang="zh-CN" sz="1400" b="1" dirty="0">
              <a:solidFill>
                <a:srgbClr val="FFE79A"/>
              </a:solidFill>
              <a:latin typeface="Helvetica Neue" panose="02000503000000020004" pitchFamily="2" charset="0"/>
            </a:endParaRPr>
          </a:p>
          <a:p>
            <a:pPr marL="285750" indent="-285750">
              <a:lnSpc>
                <a:spcPct val="150000"/>
              </a:lnSpc>
              <a:buFontTx/>
              <a:buChar char="-"/>
            </a:pPr>
            <a:r>
              <a:rPr lang="zh-CN" altLang="en-US" sz="1400" b="1" dirty="0">
                <a:solidFill>
                  <a:srgbClr val="FFE79A"/>
                </a:solidFill>
                <a:latin typeface="Helvetica Neue" panose="02000503000000020004" pitchFamily="2" charset="0"/>
              </a:rPr>
              <a:t>叶子节点还包含指向下一个叶子节点的指针。</a:t>
            </a:r>
          </a:p>
        </p:txBody>
      </p:sp>
      <p:pic>
        <p:nvPicPr>
          <p:cNvPr id="5" name="图片 4">
            <a:extLst>
              <a:ext uri="{FF2B5EF4-FFF2-40B4-BE49-F238E27FC236}">
                <a16:creationId xmlns:a16="http://schemas.microsoft.com/office/drawing/2014/main" id="{7AC946BD-09D6-266E-BE91-76F32F195F1F}"/>
              </a:ext>
            </a:extLst>
          </p:cNvPr>
          <p:cNvPicPr>
            <a:picLocks noChangeAspect="1"/>
          </p:cNvPicPr>
          <p:nvPr/>
        </p:nvPicPr>
        <p:blipFill>
          <a:blip r:embed="rId2"/>
          <a:stretch>
            <a:fillRect/>
          </a:stretch>
        </p:blipFill>
        <p:spPr>
          <a:xfrm>
            <a:off x="668693" y="3582198"/>
            <a:ext cx="10405706" cy="2885324"/>
          </a:xfrm>
          <a:prstGeom prst="rect">
            <a:avLst/>
          </a:prstGeom>
        </p:spPr>
      </p:pic>
    </p:spTree>
    <p:extLst>
      <p:ext uri="{BB962C8B-B14F-4D97-AF65-F5344CB8AC3E}">
        <p14:creationId xmlns:p14="http://schemas.microsoft.com/office/powerpoint/2010/main" val="325697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a:extLst>
              <a:ext uri="{FF2B5EF4-FFF2-40B4-BE49-F238E27FC236}">
                <a16:creationId xmlns:a16="http://schemas.microsoft.com/office/drawing/2014/main" id="{CE4C9717-A43F-B0B8-2DB6-0F8B45681D36}"/>
              </a:ext>
            </a:extLst>
          </p:cNvPr>
          <p:cNvSpPr txBox="1">
            <a:spLocks/>
          </p:cNvSpPr>
          <p:nvPr/>
        </p:nvSpPr>
        <p:spPr>
          <a:xfrm>
            <a:off x="668692" y="560250"/>
            <a:ext cx="10405707" cy="757130"/>
          </a:xfrm>
          <a:prstGeom prst="rect">
            <a:avLst/>
          </a:prstGeom>
        </p:spPr>
        <p:txBody>
          <a:bodyPr vert="horz" wrap="square" lIns="91440" tIns="45720" rIns="91440" bIns="45720" rtlCol="0" anchor="ctr">
            <a:spAutoFit/>
          </a:bodyPr>
          <a:lstStyle>
            <a:lvl1pPr algn="l" defTabSz="685800" rtl="0" eaLnBrk="1" latinLnBrk="0" hangingPunct="1">
              <a:lnSpc>
                <a:spcPct val="90000"/>
              </a:lnSpc>
              <a:spcBef>
                <a:spcPct val="0"/>
              </a:spcBef>
              <a:buNone/>
              <a:defRPr sz="4800" kern="1200">
                <a:solidFill>
                  <a:schemeClr val="bg1"/>
                </a:solidFill>
                <a:latin typeface="微软雅黑" panose="020B0503020204020204" pitchFamily="34" charset="-122"/>
                <a:ea typeface="微软雅黑" panose="020B0503020204020204" pitchFamily="34" charset="-122"/>
                <a:cs typeface="+mj-cs"/>
              </a:defRPr>
            </a:lvl1pPr>
          </a:lstStyle>
          <a:p>
            <a:r>
              <a:rPr lang="zh-CN" altLang="en-US" sz="4800" b="1" dirty="0">
                <a:latin typeface="Helvetica Neue" panose="02000503000000020004" pitchFamily="2" charset="0"/>
              </a:rPr>
              <a:t>索引的结构 </a:t>
            </a:r>
            <a:r>
              <a:rPr lang="en-US" altLang="zh-CN" sz="4800" b="1" dirty="0">
                <a:latin typeface="Helvetica Neue" panose="02000503000000020004" pitchFamily="2" charset="0"/>
              </a:rPr>
              <a:t>–</a:t>
            </a:r>
            <a:r>
              <a:rPr lang="zh-CN" altLang="en-US" sz="4800" b="1" dirty="0">
                <a:latin typeface="Helvetica Neue" panose="02000503000000020004" pitchFamily="2" charset="0"/>
              </a:rPr>
              <a:t> </a:t>
            </a:r>
            <a:r>
              <a:rPr lang="en-US" altLang="zh-CN" sz="4800" b="1" dirty="0">
                <a:latin typeface="Helvetica Neue" panose="02000503000000020004" pitchFamily="2" charset="0"/>
              </a:rPr>
              <a:t>B+</a:t>
            </a:r>
            <a:r>
              <a:rPr lang="zh-CN" altLang="en-US" sz="4800" b="1" dirty="0">
                <a:latin typeface="Helvetica Neue" panose="02000503000000020004" pitchFamily="2" charset="0"/>
              </a:rPr>
              <a:t>树索引</a:t>
            </a:r>
            <a:endParaRPr lang="zh-CN" altLang="en-US" dirty="0"/>
          </a:p>
        </p:txBody>
      </p:sp>
      <p:sp>
        <p:nvSpPr>
          <p:cNvPr id="2" name="文本框 1">
            <a:extLst>
              <a:ext uri="{FF2B5EF4-FFF2-40B4-BE49-F238E27FC236}">
                <a16:creationId xmlns:a16="http://schemas.microsoft.com/office/drawing/2014/main" id="{E0F0EE2C-D4A5-1B4E-BD6E-96C6F1625BAB}"/>
              </a:ext>
            </a:extLst>
          </p:cNvPr>
          <p:cNvSpPr txBox="1"/>
          <p:nvPr/>
        </p:nvSpPr>
        <p:spPr>
          <a:xfrm>
            <a:off x="668692" y="1373825"/>
            <a:ext cx="10676641" cy="2630144"/>
          </a:xfrm>
          <a:prstGeom prst="rect">
            <a:avLst/>
          </a:prstGeom>
          <a:noFill/>
        </p:spPr>
        <p:txBody>
          <a:bodyPr wrap="square">
            <a:spAutoFit/>
          </a:bodyPr>
          <a:lstStyle/>
          <a:p>
            <a:pPr>
              <a:lnSpc>
                <a:spcPct val="150000"/>
              </a:lnSpc>
            </a:pPr>
            <a:r>
              <a:rPr lang="zh-CN" altLang="en-US" sz="1600" b="1" dirty="0">
                <a:solidFill>
                  <a:schemeClr val="bg1"/>
                </a:solidFill>
                <a:latin typeface="Helvetica Neue" panose="02000503000000020004" pitchFamily="2" charset="0"/>
              </a:rPr>
              <a:t>相较于</a:t>
            </a:r>
            <a:r>
              <a:rPr lang="en-US" altLang="zh-CN" sz="1600" b="1" dirty="0">
                <a:solidFill>
                  <a:schemeClr val="bg1"/>
                </a:solidFill>
                <a:latin typeface="Helvetica Neue" panose="02000503000000020004" pitchFamily="2" charset="0"/>
              </a:rPr>
              <a:t>B</a:t>
            </a:r>
            <a:r>
              <a:rPr lang="zh-CN" altLang="en-US" sz="1600" b="1" dirty="0">
                <a:solidFill>
                  <a:schemeClr val="bg1"/>
                </a:solidFill>
                <a:latin typeface="Helvetica Neue" panose="02000503000000020004" pitchFamily="2" charset="0"/>
              </a:rPr>
              <a:t>树，</a:t>
            </a:r>
            <a:r>
              <a:rPr lang="en-US" altLang="zh-CN" sz="1600" b="1" dirty="0">
                <a:solidFill>
                  <a:schemeClr val="bg1"/>
                </a:solidFill>
                <a:latin typeface="Helvetica Neue" panose="02000503000000020004" pitchFamily="2" charset="0"/>
              </a:rPr>
              <a:t>B+</a:t>
            </a:r>
            <a:r>
              <a:rPr lang="zh-CN" altLang="en-US" sz="1600" b="1" dirty="0">
                <a:solidFill>
                  <a:schemeClr val="bg1"/>
                </a:solidFill>
                <a:latin typeface="Helvetica Neue" panose="02000503000000020004" pitchFamily="2" charset="0"/>
              </a:rPr>
              <a:t>树的优势是什么？</a:t>
            </a:r>
            <a:endParaRPr lang="en-US" altLang="zh-CN" sz="1600" b="1" dirty="0">
              <a:solidFill>
                <a:schemeClr val="bg1"/>
              </a:solidFill>
              <a:latin typeface="Helvetica Neue" panose="02000503000000020004" pitchFamily="2" charset="0"/>
            </a:endParaRPr>
          </a:p>
          <a:p>
            <a:pPr marL="285750" indent="-285750">
              <a:lnSpc>
                <a:spcPct val="150000"/>
              </a:lnSpc>
              <a:buFontTx/>
              <a:buChar char="-"/>
            </a:pPr>
            <a:r>
              <a:rPr lang="en-US" altLang="zh-CN" sz="1600" b="1" dirty="0">
                <a:solidFill>
                  <a:schemeClr val="bg1"/>
                </a:solidFill>
                <a:latin typeface="Helvetica Neue" panose="02000503000000020004" pitchFamily="2" charset="0"/>
              </a:rPr>
              <a:t>B+</a:t>
            </a:r>
            <a:r>
              <a:rPr lang="zh-CN" altLang="en-US" sz="1600" b="1" dirty="0">
                <a:solidFill>
                  <a:schemeClr val="bg1"/>
                </a:solidFill>
                <a:latin typeface="Helvetica Neue" panose="02000503000000020004" pitchFamily="2" charset="0"/>
              </a:rPr>
              <a:t>树的查询效率更高。</a:t>
            </a:r>
            <a:r>
              <a:rPr lang="zh-CN" altLang="en-US" sz="1600" b="1" dirty="0">
                <a:solidFill>
                  <a:srgbClr val="FFE79A"/>
                </a:solidFill>
                <a:latin typeface="Helvetica Neue" panose="02000503000000020004" pitchFamily="2" charset="0"/>
              </a:rPr>
              <a:t>存储相同容量的数据，</a:t>
            </a:r>
            <a:r>
              <a:rPr lang="en-US" altLang="zh-CN" sz="1600" b="1" dirty="0">
                <a:solidFill>
                  <a:srgbClr val="FFE79A"/>
                </a:solidFill>
                <a:latin typeface="Helvetica Neue" panose="02000503000000020004" pitchFamily="2" charset="0"/>
              </a:rPr>
              <a:t>B+</a:t>
            </a:r>
            <a:r>
              <a:rPr lang="zh-CN" altLang="en-US" sz="1600" b="1" dirty="0">
                <a:solidFill>
                  <a:srgbClr val="FFE79A"/>
                </a:solidFill>
                <a:latin typeface="Helvetica Neue" panose="02000503000000020004" pitchFamily="2" charset="0"/>
              </a:rPr>
              <a:t>树比</a:t>
            </a:r>
            <a:r>
              <a:rPr lang="en-US" altLang="zh-CN" sz="1600" b="1" dirty="0">
                <a:solidFill>
                  <a:srgbClr val="FFE79A"/>
                </a:solidFill>
                <a:latin typeface="Helvetica Neue" panose="02000503000000020004" pitchFamily="2" charset="0"/>
              </a:rPr>
              <a:t>B</a:t>
            </a:r>
            <a:r>
              <a:rPr lang="zh-CN" altLang="en-US" sz="1600" b="1" dirty="0">
                <a:solidFill>
                  <a:srgbClr val="FFE79A"/>
                </a:solidFill>
                <a:latin typeface="Helvetica Neue" panose="02000503000000020004" pitchFamily="2" charset="0"/>
              </a:rPr>
              <a:t>树高度矮。因为</a:t>
            </a:r>
            <a:r>
              <a:rPr lang="en-US" altLang="zh-CN" sz="1600" b="1" dirty="0">
                <a:solidFill>
                  <a:srgbClr val="FFE79A"/>
                </a:solidFill>
                <a:latin typeface="Helvetica Neue" panose="02000503000000020004" pitchFamily="2" charset="0"/>
              </a:rPr>
              <a:t>B+</a:t>
            </a:r>
            <a:r>
              <a:rPr lang="zh-CN" altLang="en-US" sz="1600" b="1" dirty="0">
                <a:solidFill>
                  <a:srgbClr val="FFE79A"/>
                </a:solidFill>
                <a:latin typeface="Helvetica Neue" panose="02000503000000020004" pitchFamily="2" charset="0"/>
              </a:rPr>
              <a:t>的非叶子节点仅存储关键字不存储数据，单个非叶子节点就可以存储更多的关键字，从而减少了树的高度，意味着更少的磁盘读操作，提高了查询效率。</a:t>
            </a:r>
            <a:endParaRPr lang="en-US" altLang="zh-CN" sz="1600" b="1" dirty="0">
              <a:solidFill>
                <a:srgbClr val="FFE79A"/>
              </a:solidFill>
              <a:latin typeface="Helvetica Neue" panose="02000503000000020004" pitchFamily="2" charset="0"/>
            </a:endParaRPr>
          </a:p>
          <a:p>
            <a:pPr marL="285750" indent="-285750">
              <a:lnSpc>
                <a:spcPct val="150000"/>
              </a:lnSpc>
              <a:buFontTx/>
              <a:buChar char="-"/>
            </a:pPr>
            <a:r>
              <a:rPr lang="en-US" altLang="zh-CN" sz="1600" b="1" dirty="0">
                <a:solidFill>
                  <a:schemeClr val="bg1"/>
                </a:solidFill>
                <a:latin typeface="Helvetica Neue" panose="02000503000000020004" pitchFamily="2" charset="0"/>
              </a:rPr>
              <a:t>B+</a:t>
            </a:r>
            <a:r>
              <a:rPr lang="zh-CN" altLang="en-US" sz="1600" b="1" dirty="0">
                <a:solidFill>
                  <a:schemeClr val="bg1"/>
                </a:solidFill>
                <a:latin typeface="Helvetica Neue" panose="02000503000000020004" pitchFamily="2" charset="0"/>
              </a:rPr>
              <a:t>树更适合做范围查找。</a:t>
            </a:r>
            <a:r>
              <a:rPr lang="zh-CN" altLang="en-US" sz="1600" b="1" dirty="0">
                <a:solidFill>
                  <a:srgbClr val="FFE79A"/>
                </a:solidFill>
                <a:latin typeface="Helvetica Neue" panose="02000503000000020004" pitchFamily="2" charset="0"/>
              </a:rPr>
              <a:t>因为</a:t>
            </a:r>
            <a:r>
              <a:rPr lang="en-US" altLang="zh-CN" sz="1600" b="1" dirty="0">
                <a:solidFill>
                  <a:srgbClr val="FFE79A"/>
                </a:solidFill>
                <a:latin typeface="Helvetica Neue" panose="02000503000000020004" pitchFamily="2" charset="0"/>
              </a:rPr>
              <a:t>B+</a:t>
            </a:r>
            <a:r>
              <a:rPr lang="zh-CN" altLang="en-US" sz="1600" b="1" dirty="0">
                <a:solidFill>
                  <a:srgbClr val="FFE79A"/>
                </a:solidFill>
                <a:latin typeface="Helvetica Neue" panose="02000503000000020004" pitchFamily="2" charset="0"/>
              </a:rPr>
              <a:t>树的叶子节点之间形成了一个有序链表，范围查找只需要找到左端点，再通过叶子节点之间的指针可以很快找到右端点，左右端点之间就是符合条件的数据。</a:t>
            </a:r>
            <a:r>
              <a:rPr lang="en-US" altLang="zh-CN" sz="1600" b="1" dirty="0">
                <a:solidFill>
                  <a:srgbClr val="FFE79A"/>
                </a:solidFill>
                <a:latin typeface="Helvetica Neue" panose="02000503000000020004" pitchFamily="2" charset="0"/>
              </a:rPr>
              <a:t>B</a:t>
            </a:r>
            <a:r>
              <a:rPr lang="zh-CN" altLang="en-US" sz="1600" b="1" dirty="0">
                <a:solidFill>
                  <a:srgbClr val="FFE79A"/>
                </a:solidFill>
                <a:latin typeface="Helvetica Neue" panose="02000503000000020004" pitchFamily="2" charset="0"/>
              </a:rPr>
              <a:t>树实现范围查找需要使用树的中序遍历算法，复杂度较高。而数据库中经常使用到范围查找。</a:t>
            </a:r>
            <a:endParaRPr lang="en-US" altLang="zh-CN" sz="1600" b="1" dirty="0">
              <a:solidFill>
                <a:srgbClr val="FFE79A"/>
              </a:solidFill>
              <a:latin typeface="Helvetica Neue" panose="02000503000000020004" pitchFamily="2" charset="0"/>
            </a:endParaRPr>
          </a:p>
          <a:p>
            <a:pPr>
              <a:lnSpc>
                <a:spcPct val="150000"/>
              </a:lnSpc>
            </a:pPr>
            <a:r>
              <a:rPr lang="zh-CN" altLang="en-US" sz="1600" b="1" dirty="0">
                <a:solidFill>
                  <a:schemeClr val="bg1"/>
                </a:solidFill>
                <a:latin typeface="Helvetica Neue" panose="02000503000000020004" pitchFamily="2" charset="0"/>
              </a:rPr>
              <a:t>综上，</a:t>
            </a:r>
            <a:r>
              <a:rPr lang="en-US" altLang="zh-CN" sz="1600" b="1" dirty="0">
                <a:solidFill>
                  <a:schemeClr val="bg1"/>
                </a:solidFill>
                <a:latin typeface="Helvetica Neue" panose="02000503000000020004" pitchFamily="2" charset="0"/>
              </a:rPr>
              <a:t>MySQL</a:t>
            </a:r>
            <a:r>
              <a:rPr lang="zh-CN" altLang="en-US" sz="1600" b="1" dirty="0">
                <a:solidFill>
                  <a:schemeClr val="bg1"/>
                </a:solidFill>
                <a:latin typeface="Helvetica Neue" panose="02000503000000020004" pitchFamily="2" charset="0"/>
              </a:rPr>
              <a:t>使用 </a:t>
            </a:r>
            <a:r>
              <a:rPr lang="en-US" altLang="zh-CN" sz="1600" b="1" dirty="0">
                <a:solidFill>
                  <a:schemeClr val="bg1"/>
                </a:solidFill>
                <a:latin typeface="Helvetica Neue" panose="02000503000000020004" pitchFamily="2" charset="0"/>
              </a:rPr>
              <a:t>B+</a:t>
            </a:r>
            <a:r>
              <a:rPr lang="zh-CN" altLang="en-US" sz="1600" b="1" dirty="0">
                <a:solidFill>
                  <a:schemeClr val="bg1"/>
                </a:solidFill>
                <a:latin typeface="Helvetica Neue" panose="02000503000000020004" pitchFamily="2" charset="0"/>
              </a:rPr>
              <a:t> 树作为其索引结构。</a:t>
            </a:r>
            <a:endParaRPr lang="en-US" altLang="zh-CN" sz="1600" b="1" dirty="0">
              <a:solidFill>
                <a:schemeClr val="bg1"/>
              </a:solidFill>
              <a:latin typeface="Helvetica Neue" panose="02000503000000020004" pitchFamily="2" charset="0"/>
            </a:endParaRPr>
          </a:p>
        </p:txBody>
      </p:sp>
    </p:spTree>
    <p:extLst>
      <p:ext uri="{BB962C8B-B14F-4D97-AF65-F5344CB8AC3E}">
        <p14:creationId xmlns:p14="http://schemas.microsoft.com/office/powerpoint/2010/main" val="20143637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a:extLst>
              <a:ext uri="{FF2B5EF4-FFF2-40B4-BE49-F238E27FC236}">
                <a16:creationId xmlns:a16="http://schemas.microsoft.com/office/drawing/2014/main" id="{CE4C9717-A43F-B0B8-2DB6-0F8B45681D36}"/>
              </a:ext>
            </a:extLst>
          </p:cNvPr>
          <p:cNvSpPr txBox="1">
            <a:spLocks/>
          </p:cNvSpPr>
          <p:nvPr/>
        </p:nvSpPr>
        <p:spPr>
          <a:xfrm>
            <a:off x="668692" y="560250"/>
            <a:ext cx="10405707" cy="757130"/>
          </a:xfrm>
          <a:prstGeom prst="rect">
            <a:avLst/>
          </a:prstGeom>
        </p:spPr>
        <p:txBody>
          <a:bodyPr vert="horz" wrap="square" lIns="91440" tIns="45720" rIns="91440" bIns="45720" rtlCol="0" anchor="ctr">
            <a:spAutoFit/>
          </a:bodyPr>
          <a:lstStyle>
            <a:lvl1pPr algn="l" defTabSz="685800" rtl="0" eaLnBrk="1" latinLnBrk="0" hangingPunct="1">
              <a:lnSpc>
                <a:spcPct val="90000"/>
              </a:lnSpc>
              <a:spcBef>
                <a:spcPct val="0"/>
              </a:spcBef>
              <a:buNone/>
              <a:defRPr sz="4800" kern="1200">
                <a:solidFill>
                  <a:schemeClr val="bg1"/>
                </a:solidFill>
                <a:latin typeface="微软雅黑" panose="020B0503020204020204" pitchFamily="34" charset="-122"/>
                <a:ea typeface="微软雅黑" panose="020B0503020204020204" pitchFamily="34" charset="-122"/>
                <a:cs typeface="+mj-cs"/>
              </a:defRPr>
            </a:lvl1pPr>
          </a:lstStyle>
          <a:p>
            <a:r>
              <a:rPr lang="zh-CN" altLang="en-US" sz="4800" b="1" dirty="0">
                <a:latin typeface="Helvetica Neue" panose="02000503000000020004" pitchFamily="2" charset="0"/>
              </a:rPr>
              <a:t>索引的分类</a:t>
            </a:r>
            <a:endParaRPr lang="zh-CN" altLang="en-US" dirty="0"/>
          </a:p>
        </p:txBody>
      </p:sp>
      <p:sp>
        <p:nvSpPr>
          <p:cNvPr id="2" name="文本框 1">
            <a:extLst>
              <a:ext uri="{FF2B5EF4-FFF2-40B4-BE49-F238E27FC236}">
                <a16:creationId xmlns:a16="http://schemas.microsoft.com/office/drawing/2014/main" id="{64EF1A05-3D07-E490-838E-A3AF962C1DD1}"/>
              </a:ext>
            </a:extLst>
          </p:cNvPr>
          <p:cNvSpPr txBox="1"/>
          <p:nvPr/>
        </p:nvSpPr>
        <p:spPr>
          <a:xfrm>
            <a:off x="735101" y="1352181"/>
            <a:ext cx="10721798" cy="2540696"/>
          </a:xfrm>
          <a:prstGeom prst="rect">
            <a:avLst/>
          </a:prstGeom>
          <a:noFill/>
        </p:spPr>
        <p:txBody>
          <a:bodyPr wrap="square">
            <a:spAutoFit/>
          </a:bodyPr>
          <a:lstStyle/>
          <a:p>
            <a:pPr>
              <a:lnSpc>
                <a:spcPct val="150000"/>
              </a:lnSpc>
            </a:pPr>
            <a:r>
              <a:rPr lang="zh-CN" altLang="en-US" b="1" dirty="0">
                <a:solidFill>
                  <a:schemeClr val="bg1"/>
                </a:solidFill>
                <a:latin typeface="Helvetica Neue" panose="02000503000000020004" pitchFamily="2" charset="0"/>
              </a:rPr>
              <a:t>按功能分类</a:t>
            </a:r>
            <a:endParaRPr lang="en-US" altLang="zh-CN" b="1" dirty="0">
              <a:solidFill>
                <a:schemeClr val="bg1"/>
              </a:solidFill>
              <a:latin typeface="Helvetica Neue" panose="02000503000000020004" pitchFamily="2" charset="0"/>
            </a:endParaRPr>
          </a:p>
          <a:p>
            <a:pPr marL="285750" indent="-285750">
              <a:lnSpc>
                <a:spcPct val="150000"/>
              </a:lnSpc>
              <a:buFontTx/>
              <a:buChar char="-"/>
            </a:pPr>
            <a:r>
              <a:rPr lang="zh-CN" altLang="en-US" b="1" dirty="0">
                <a:solidFill>
                  <a:srgbClr val="FFE79A"/>
                </a:solidFill>
                <a:latin typeface="Helvetica Neue" panose="02000503000000020004" pitchFamily="2" charset="0"/>
              </a:rPr>
              <a:t>主键索引（</a:t>
            </a:r>
            <a:r>
              <a:rPr lang="en-US" altLang="zh-CN" b="1" dirty="0">
                <a:solidFill>
                  <a:srgbClr val="FFE79A"/>
                </a:solidFill>
                <a:latin typeface="Helvetica Neue" panose="02000503000000020004" pitchFamily="2" charset="0"/>
              </a:rPr>
              <a:t>Primary</a:t>
            </a:r>
            <a:r>
              <a:rPr lang="zh-CN" altLang="en-US" b="1" dirty="0">
                <a:solidFill>
                  <a:srgbClr val="FFE79A"/>
                </a:solidFill>
                <a:latin typeface="Helvetica Neue" panose="02000503000000020004" pitchFamily="2" charset="0"/>
              </a:rPr>
              <a:t> </a:t>
            </a:r>
            <a:r>
              <a:rPr lang="en-US" altLang="zh-CN" b="1" dirty="0">
                <a:solidFill>
                  <a:srgbClr val="FFE79A"/>
                </a:solidFill>
                <a:latin typeface="Helvetica Neue" panose="02000503000000020004" pitchFamily="2" charset="0"/>
              </a:rPr>
              <a:t>Key</a:t>
            </a:r>
            <a:r>
              <a:rPr lang="zh-CN" altLang="en-US" b="1" dirty="0">
                <a:solidFill>
                  <a:srgbClr val="FFE79A"/>
                </a:solidFill>
                <a:latin typeface="Helvetica Neue" panose="02000503000000020004" pitchFamily="2" charset="0"/>
              </a:rPr>
              <a:t>）：用于唯一标识表中的记录，索引值不允许重复，不允许为</a:t>
            </a:r>
            <a:r>
              <a:rPr lang="en-US" altLang="zh-CN" b="1" dirty="0">
                <a:solidFill>
                  <a:srgbClr val="FFE79A"/>
                </a:solidFill>
                <a:latin typeface="Helvetica Neue" panose="02000503000000020004" pitchFamily="2" charset="0"/>
              </a:rPr>
              <a:t>null</a:t>
            </a:r>
            <a:r>
              <a:rPr lang="zh-CN" altLang="en-US" b="1" dirty="0">
                <a:solidFill>
                  <a:srgbClr val="FFE79A"/>
                </a:solidFill>
                <a:latin typeface="Helvetica Neue" panose="02000503000000020004" pitchFamily="2" charset="0"/>
              </a:rPr>
              <a:t>。一张表只能有一个主键索引。</a:t>
            </a:r>
            <a:endParaRPr lang="en-US" altLang="zh-CN" b="1" dirty="0">
              <a:solidFill>
                <a:srgbClr val="FFE79A"/>
              </a:solidFill>
              <a:latin typeface="Helvetica Neue" panose="02000503000000020004" pitchFamily="2" charset="0"/>
            </a:endParaRPr>
          </a:p>
          <a:p>
            <a:pPr marL="285750" indent="-285750">
              <a:lnSpc>
                <a:spcPct val="150000"/>
              </a:lnSpc>
              <a:buFontTx/>
              <a:buChar char="-"/>
            </a:pPr>
            <a:r>
              <a:rPr lang="zh-CN" altLang="en-US" b="1" dirty="0">
                <a:solidFill>
                  <a:srgbClr val="FFE79A"/>
                </a:solidFill>
                <a:latin typeface="Helvetica Neue" panose="02000503000000020004" pitchFamily="2" charset="0"/>
              </a:rPr>
              <a:t>辅助索引（也称为二级索引，</a:t>
            </a:r>
            <a:r>
              <a:rPr lang="en-US" altLang="zh-CN" b="1" dirty="0">
                <a:solidFill>
                  <a:srgbClr val="FFE79A"/>
                </a:solidFill>
                <a:latin typeface="Helvetica Neue" panose="02000503000000020004" pitchFamily="2" charset="0"/>
              </a:rPr>
              <a:t>Secondary</a:t>
            </a:r>
            <a:r>
              <a:rPr lang="zh-CN" altLang="en-US" b="1" dirty="0">
                <a:solidFill>
                  <a:srgbClr val="FFE79A"/>
                </a:solidFill>
                <a:latin typeface="Helvetica Neue" panose="02000503000000020004" pitchFamily="2" charset="0"/>
              </a:rPr>
              <a:t> </a:t>
            </a:r>
            <a:r>
              <a:rPr lang="en-US" altLang="zh-CN" b="1" dirty="0">
                <a:solidFill>
                  <a:srgbClr val="FFE79A"/>
                </a:solidFill>
                <a:latin typeface="Helvetica Neue" panose="02000503000000020004" pitchFamily="2" charset="0"/>
              </a:rPr>
              <a:t>Index</a:t>
            </a:r>
            <a:r>
              <a:rPr lang="zh-CN" altLang="en-US" b="1" dirty="0">
                <a:solidFill>
                  <a:srgbClr val="FFE79A"/>
                </a:solidFill>
                <a:latin typeface="Helvetica Neue" panose="02000503000000020004" pitchFamily="2" charset="0"/>
              </a:rPr>
              <a:t>）：</a:t>
            </a:r>
            <a:endParaRPr lang="en-US" altLang="zh-CN" b="1" dirty="0">
              <a:solidFill>
                <a:srgbClr val="FFE79A"/>
              </a:solidFill>
              <a:latin typeface="Helvetica Neue" panose="02000503000000020004" pitchFamily="2" charset="0"/>
            </a:endParaRPr>
          </a:p>
          <a:p>
            <a:pPr marL="742950" lvl="1" indent="-285750">
              <a:lnSpc>
                <a:spcPct val="150000"/>
              </a:lnSpc>
              <a:buFontTx/>
              <a:buChar char="-"/>
            </a:pPr>
            <a:r>
              <a:rPr lang="zh-CN" altLang="en-US" b="1" dirty="0">
                <a:solidFill>
                  <a:srgbClr val="FFE79A"/>
                </a:solidFill>
                <a:latin typeface="Helvetica Neue" panose="02000503000000020004" pitchFamily="2" charset="0"/>
              </a:rPr>
              <a:t>唯一索引（</a:t>
            </a:r>
            <a:r>
              <a:rPr lang="en-US" altLang="zh-CN" b="1" dirty="0">
                <a:solidFill>
                  <a:srgbClr val="FFE79A"/>
                </a:solidFill>
                <a:latin typeface="Helvetica Neue" panose="02000503000000020004" pitchFamily="2" charset="0"/>
              </a:rPr>
              <a:t>Unique</a:t>
            </a:r>
            <a:r>
              <a:rPr lang="zh-CN" altLang="en-US" b="1" dirty="0">
                <a:solidFill>
                  <a:srgbClr val="FFE79A"/>
                </a:solidFill>
                <a:latin typeface="Helvetica Neue" panose="02000503000000020004" pitchFamily="2" charset="0"/>
              </a:rPr>
              <a:t> </a:t>
            </a:r>
            <a:r>
              <a:rPr lang="en-US" altLang="zh-CN" b="1" dirty="0">
                <a:solidFill>
                  <a:srgbClr val="FFE79A"/>
                </a:solidFill>
                <a:latin typeface="Helvetica Neue" panose="02000503000000020004" pitchFamily="2" charset="0"/>
              </a:rPr>
              <a:t>Index</a:t>
            </a:r>
            <a:r>
              <a:rPr lang="zh-CN" altLang="en-US" b="1" dirty="0">
                <a:solidFill>
                  <a:srgbClr val="FFE79A"/>
                </a:solidFill>
                <a:latin typeface="Helvetica Neue" panose="02000503000000020004" pitchFamily="2" charset="0"/>
              </a:rPr>
              <a:t>）：索引值不允许重复，允许为</a:t>
            </a:r>
            <a:r>
              <a:rPr lang="en-US" altLang="zh-CN" b="1" dirty="0">
                <a:solidFill>
                  <a:srgbClr val="FFE79A"/>
                </a:solidFill>
                <a:latin typeface="Helvetica Neue" panose="02000503000000020004" pitchFamily="2" charset="0"/>
              </a:rPr>
              <a:t>null</a:t>
            </a:r>
            <a:r>
              <a:rPr lang="zh-CN" altLang="en-US" b="1" dirty="0">
                <a:solidFill>
                  <a:srgbClr val="FFE79A"/>
                </a:solidFill>
                <a:latin typeface="Helvetica Neue" panose="02000503000000020004" pitchFamily="2" charset="0"/>
              </a:rPr>
              <a:t>，一张表可以有多个唯一索引。</a:t>
            </a:r>
            <a:endParaRPr lang="en-US" altLang="zh-CN" b="1" dirty="0">
              <a:solidFill>
                <a:srgbClr val="FFE79A"/>
              </a:solidFill>
              <a:latin typeface="Helvetica Neue" panose="02000503000000020004" pitchFamily="2" charset="0"/>
            </a:endParaRPr>
          </a:p>
          <a:p>
            <a:pPr marL="742950" lvl="1" indent="-285750">
              <a:lnSpc>
                <a:spcPct val="150000"/>
              </a:lnSpc>
              <a:buFontTx/>
              <a:buChar char="-"/>
            </a:pPr>
            <a:r>
              <a:rPr lang="zh-CN" altLang="en-US" b="1" dirty="0">
                <a:solidFill>
                  <a:srgbClr val="FFE79A"/>
                </a:solidFill>
                <a:latin typeface="Helvetica Neue" panose="02000503000000020004" pitchFamily="2" charset="0"/>
              </a:rPr>
              <a:t>非唯一索引：索引值允许重复，允许为</a:t>
            </a:r>
            <a:r>
              <a:rPr lang="en-US" altLang="zh-CN" b="1" dirty="0">
                <a:solidFill>
                  <a:srgbClr val="FFE79A"/>
                </a:solidFill>
                <a:latin typeface="Helvetica Neue" panose="02000503000000020004" pitchFamily="2" charset="0"/>
              </a:rPr>
              <a:t>null</a:t>
            </a:r>
            <a:r>
              <a:rPr lang="zh-CN" altLang="en-US" b="1" dirty="0">
                <a:solidFill>
                  <a:srgbClr val="FFE79A"/>
                </a:solidFill>
                <a:latin typeface="Helvetica Neue" panose="02000503000000020004" pitchFamily="2" charset="0"/>
              </a:rPr>
              <a:t>，一张表可以有多个非唯一索引。</a:t>
            </a:r>
            <a:endParaRPr lang="en-US" altLang="zh-CN" b="1" dirty="0">
              <a:solidFill>
                <a:srgbClr val="FFE79A"/>
              </a:solidFill>
              <a:latin typeface="Helvetica Neue" panose="02000503000000020004" pitchFamily="2" charset="0"/>
            </a:endParaRPr>
          </a:p>
        </p:txBody>
      </p:sp>
      <p:sp>
        <p:nvSpPr>
          <p:cNvPr id="4" name="文本框 3">
            <a:extLst>
              <a:ext uri="{FF2B5EF4-FFF2-40B4-BE49-F238E27FC236}">
                <a16:creationId xmlns:a16="http://schemas.microsoft.com/office/drawing/2014/main" id="{963F4083-48C9-C05C-433F-80DFC414EC34}"/>
              </a:ext>
            </a:extLst>
          </p:cNvPr>
          <p:cNvSpPr txBox="1"/>
          <p:nvPr/>
        </p:nvSpPr>
        <p:spPr>
          <a:xfrm>
            <a:off x="735101" y="3927678"/>
            <a:ext cx="10721798" cy="1294200"/>
          </a:xfrm>
          <a:prstGeom prst="rect">
            <a:avLst/>
          </a:prstGeom>
          <a:noFill/>
        </p:spPr>
        <p:txBody>
          <a:bodyPr wrap="square">
            <a:spAutoFit/>
          </a:bodyPr>
          <a:lstStyle/>
          <a:p>
            <a:pPr>
              <a:lnSpc>
                <a:spcPct val="150000"/>
              </a:lnSpc>
            </a:pPr>
            <a:r>
              <a:rPr lang="zh-CN" altLang="en-US" b="1" dirty="0">
                <a:solidFill>
                  <a:schemeClr val="bg1"/>
                </a:solidFill>
                <a:latin typeface="Helvetica Neue" panose="02000503000000020004" pitchFamily="2" charset="0"/>
              </a:rPr>
              <a:t>按数据列数分类</a:t>
            </a:r>
            <a:endParaRPr lang="en-US" altLang="zh-CN" b="1" dirty="0">
              <a:solidFill>
                <a:schemeClr val="bg1"/>
              </a:solidFill>
              <a:latin typeface="Helvetica Neue" panose="02000503000000020004" pitchFamily="2" charset="0"/>
            </a:endParaRPr>
          </a:p>
          <a:p>
            <a:pPr marL="285750" indent="-285750">
              <a:lnSpc>
                <a:spcPct val="150000"/>
              </a:lnSpc>
              <a:buFontTx/>
              <a:buChar char="-"/>
            </a:pPr>
            <a:r>
              <a:rPr lang="zh-CN" altLang="en-US" b="1" dirty="0">
                <a:solidFill>
                  <a:srgbClr val="FFE79A"/>
                </a:solidFill>
                <a:latin typeface="Helvetica Neue" panose="02000503000000020004" pitchFamily="2" charset="0"/>
              </a:rPr>
              <a:t>单列索引：索引只包含一个列。</a:t>
            </a:r>
            <a:endParaRPr lang="en-US" altLang="zh-CN" b="1" dirty="0">
              <a:solidFill>
                <a:srgbClr val="FFE79A"/>
              </a:solidFill>
              <a:latin typeface="Helvetica Neue" panose="02000503000000020004" pitchFamily="2" charset="0"/>
            </a:endParaRPr>
          </a:p>
          <a:p>
            <a:pPr marL="285750" indent="-285750">
              <a:lnSpc>
                <a:spcPct val="150000"/>
              </a:lnSpc>
              <a:buFontTx/>
              <a:buChar char="-"/>
            </a:pPr>
            <a:r>
              <a:rPr lang="zh-CN" altLang="en-US" b="1" dirty="0">
                <a:solidFill>
                  <a:srgbClr val="FFE79A"/>
                </a:solidFill>
                <a:latin typeface="Helvetica Neue" panose="02000503000000020004" pitchFamily="2" charset="0"/>
              </a:rPr>
              <a:t>联合索引（组合索引）：索引包含多个列。</a:t>
            </a:r>
            <a:endParaRPr lang="en-US" altLang="zh-CN" b="1" dirty="0">
              <a:solidFill>
                <a:srgbClr val="FFE79A"/>
              </a:solidFill>
              <a:latin typeface="Helvetica Neue" panose="02000503000000020004" pitchFamily="2" charset="0"/>
            </a:endParaRPr>
          </a:p>
        </p:txBody>
      </p:sp>
    </p:spTree>
    <p:extLst>
      <p:ext uri="{BB962C8B-B14F-4D97-AF65-F5344CB8AC3E}">
        <p14:creationId xmlns:p14="http://schemas.microsoft.com/office/powerpoint/2010/main" val="34794324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a:extLst>
              <a:ext uri="{FF2B5EF4-FFF2-40B4-BE49-F238E27FC236}">
                <a16:creationId xmlns:a16="http://schemas.microsoft.com/office/drawing/2014/main" id="{CE4C9717-A43F-B0B8-2DB6-0F8B45681D36}"/>
              </a:ext>
            </a:extLst>
          </p:cNvPr>
          <p:cNvSpPr txBox="1">
            <a:spLocks/>
          </p:cNvSpPr>
          <p:nvPr/>
        </p:nvSpPr>
        <p:spPr>
          <a:xfrm>
            <a:off x="668692" y="560250"/>
            <a:ext cx="10405707" cy="757130"/>
          </a:xfrm>
          <a:prstGeom prst="rect">
            <a:avLst/>
          </a:prstGeom>
        </p:spPr>
        <p:txBody>
          <a:bodyPr vert="horz" wrap="square" lIns="91440" tIns="45720" rIns="91440" bIns="45720" rtlCol="0" anchor="ctr">
            <a:spAutoFit/>
          </a:bodyPr>
          <a:lstStyle>
            <a:lvl1pPr algn="l" defTabSz="685800" rtl="0" eaLnBrk="1" latinLnBrk="0" hangingPunct="1">
              <a:lnSpc>
                <a:spcPct val="90000"/>
              </a:lnSpc>
              <a:spcBef>
                <a:spcPct val="0"/>
              </a:spcBef>
              <a:buNone/>
              <a:defRPr sz="4800" kern="1200">
                <a:solidFill>
                  <a:schemeClr val="bg1"/>
                </a:solidFill>
                <a:latin typeface="微软雅黑" panose="020B0503020204020204" pitchFamily="34" charset="-122"/>
                <a:ea typeface="微软雅黑" panose="020B0503020204020204" pitchFamily="34" charset="-122"/>
                <a:cs typeface="+mj-cs"/>
              </a:defRPr>
            </a:lvl1pPr>
          </a:lstStyle>
          <a:p>
            <a:r>
              <a:rPr lang="zh-CN" altLang="en-US" sz="4800" b="1" dirty="0">
                <a:latin typeface="Helvetica Neue" panose="02000503000000020004" pitchFamily="2" charset="0"/>
              </a:rPr>
              <a:t>索引的分类</a:t>
            </a:r>
            <a:endParaRPr lang="zh-CN" altLang="en-US" dirty="0"/>
          </a:p>
        </p:txBody>
      </p:sp>
      <p:sp>
        <p:nvSpPr>
          <p:cNvPr id="2" name="文本框 1">
            <a:extLst>
              <a:ext uri="{FF2B5EF4-FFF2-40B4-BE49-F238E27FC236}">
                <a16:creationId xmlns:a16="http://schemas.microsoft.com/office/drawing/2014/main" id="{64EF1A05-3D07-E490-838E-A3AF962C1DD1}"/>
              </a:ext>
            </a:extLst>
          </p:cNvPr>
          <p:cNvSpPr txBox="1"/>
          <p:nvPr/>
        </p:nvSpPr>
        <p:spPr>
          <a:xfrm>
            <a:off x="735101" y="1352181"/>
            <a:ext cx="10721798" cy="2268698"/>
          </a:xfrm>
          <a:prstGeom prst="rect">
            <a:avLst/>
          </a:prstGeom>
          <a:noFill/>
        </p:spPr>
        <p:txBody>
          <a:bodyPr wrap="square">
            <a:spAutoFit/>
          </a:bodyPr>
          <a:lstStyle/>
          <a:p>
            <a:pPr>
              <a:lnSpc>
                <a:spcPct val="150000"/>
              </a:lnSpc>
            </a:pPr>
            <a:r>
              <a:rPr lang="zh-CN" altLang="en-US" sz="1600" b="1" dirty="0">
                <a:solidFill>
                  <a:schemeClr val="bg1"/>
                </a:solidFill>
                <a:latin typeface="Helvetica Neue" panose="02000503000000020004" pitchFamily="2" charset="0"/>
              </a:rPr>
              <a:t>按物理存储分类</a:t>
            </a:r>
            <a:endParaRPr lang="en-US" altLang="zh-CN" sz="1600" b="1" dirty="0">
              <a:solidFill>
                <a:schemeClr val="bg1"/>
              </a:solidFill>
              <a:latin typeface="Helvetica Neue" panose="02000503000000020004" pitchFamily="2" charset="0"/>
            </a:endParaRPr>
          </a:p>
          <a:p>
            <a:pPr marL="285750" indent="-285750">
              <a:lnSpc>
                <a:spcPct val="150000"/>
              </a:lnSpc>
              <a:buFontTx/>
              <a:buChar char="-"/>
            </a:pPr>
            <a:r>
              <a:rPr lang="zh-CN" altLang="en-US" sz="1600" b="1" dirty="0">
                <a:solidFill>
                  <a:srgbClr val="FFE79A"/>
                </a:solidFill>
                <a:latin typeface="Helvetica Neue" panose="02000503000000020004" pitchFamily="2" charset="0"/>
              </a:rPr>
              <a:t>聚簇索引（</a:t>
            </a:r>
            <a:r>
              <a:rPr lang="en-US" altLang="zh-CN" sz="1600" b="1" dirty="0">
                <a:solidFill>
                  <a:srgbClr val="FFE79A"/>
                </a:solidFill>
                <a:latin typeface="Helvetica Neue" panose="02000503000000020004" pitchFamily="2" charset="0"/>
              </a:rPr>
              <a:t> Clustered</a:t>
            </a:r>
            <a:r>
              <a:rPr lang="zh-CN" altLang="en-US" sz="1600" b="1" dirty="0">
                <a:solidFill>
                  <a:srgbClr val="FFE79A"/>
                </a:solidFill>
                <a:latin typeface="Helvetica Neue" panose="02000503000000020004" pitchFamily="2" charset="0"/>
              </a:rPr>
              <a:t> </a:t>
            </a:r>
            <a:r>
              <a:rPr lang="en-US" altLang="zh-CN" sz="1600" b="1" dirty="0">
                <a:solidFill>
                  <a:srgbClr val="FFE79A"/>
                </a:solidFill>
                <a:latin typeface="Helvetica Neue" panose="02000503000000020004" pitchFamily="2" charset="0"/>
              </a:rPr>
              <a:t>Index </a:t>
            </a:r>
            <a:r>
              <a:rPr lang="zh-CN" altLang="en-US" sz="1600" b="1" dirty="0">
                <a:solidFill>
                  <a:srgbClr val="FFE79A"/>
                </a:solidFill>
                <a:latin typeface="Helvetica Neue" panose="02000503000000020004" pitchFamily="2" charset="0"/>
              </a:rPr>
              <a:t>）：</a:t>
            </a:r>
            <a:r>
              <a:rPr lang="zh-CN" altLang="en-US" sz="1600" b="1" i="0" dirty="0">
                <a:solidFill>
                  <a:srgbClr val="FFE79A"/>
                </a:solidFill>
                <a:effectLst/>
                <a:latin typeface="-apple-system"/>
              </a:rPr>
              <a:t>不是单独的一种索引类型，而是一种数据存储方式。具体的细节依赖其实现方式，</a:t>
            </a:r>
            <a:r>
              <a:rPr lang="en-US" altLang="zh-CN" sz="1600" b="1" i="0" dirty="0" err="1">
                <a:solidFill>
                  <a:srgbClr val="FFE79A"/>
                </a:solidFill>
                <a:effectLst/>
                <a:latin typeface="-apple-system"/>
              </a:rPr>
              <a:t>InnoDB</a:t>
            </a:r>
            <a:r>
              <a:rPr lang="zh-CN" altLang="en-US" sz="1600" b="1" i="0" dirty="0">
                <a:solidFill>
                  <a:srgbClr val="FFE79A"/>
                </a:solidFill>
                <a:effectLst/>
                <a:latin typeface="-apple-system"/>
              </a:rPr>
              <a:t> 的聚簇索引实际上是同一个结构中保存了</a:t>
            </a:r>
            <a:r>
              <a:rPr lang="en-US" altLang="zh-CN" sz="1600" b="1" i="0" dirty="0">
                <a:solidFill>
                  <a:srgbClr val="FFE79A"/>
                </a:solidFill>
                <a:effectLst/>
                <a:latin typeface="-apple-system"/>
              </a:rPr>
              <a:t>B+</a:t>
            </a:r>
            <a:r>
              <a:rPr lang="zh-CN" altLang="en-US" sz="1600" b="1" i="0" dirty="0">
                <a:solidFill>
                  <a:srgbClr val="FFE79A"/>
                </a:solidFill>
                <a:effectLst/>
                <a:latin typeface="-apple-system"/>
              </a:rPr>
              <a:t>树索引和数据行。聚簇索引可理解为将数据存储与索引放到了一块，找到索引也就找到了数据。</a:t>
            </a:r>
            <a:endParaRPr lang="en-US" altLang="zh-CN" sz="1600" b="1" dirty="0">
              <a:solidFill>
                <a:srgbClr val="FFE79A"/>
              </a:solidFill>
              <a:latin typeface="Helvetica Neue" panose="02000503000000020004" pitchFamily="2" charset="0"/>
            </a:endParaRPr>
          </a:p>
          <a:p>
            <a:pPr marL="285750" indent="-285750">
              <a:lnSpc>
                <a:spcPct val="150000"/>
              </a:lnSpc>
              <a:buFontTx/>
              <a:buChar char="-"/>
            </a:pPr>
            <a:r>
              <a:rPr lang="zh-CN" altLang="en-US" sz="1600" b="1" dirty="0">
                <a:solidFill>
                  <a:srgbClr val="FFE79A"/>
                </a:solidFill>
                <a:latin typeface="Helvetica Neue" panose="02000503000000020004" pitchFamily="2" charset="0"/>
              </a:rPr>
              <a:t>非聚簇索引：</a:t>
            </a:r>
            <a:r>
              <a:rPr lang="zh-CN" altLang="en-US" sz="1600" b="1" i="0" dirty="0">
                <a:solidFill>
                  <a:srgbClr val="FFE79A"/>
                </a:solidFill>
                <a:effectLst/>
                <a:latin typeface="-apple-system"/>
              </a:rPr>
              <a:t>数据和索引是分开的，</a:t>
            </a:r>
            <a:r>
              <a:rPr lang="en" altLang="zh-CN" sz="1600" b="1" i="0" dirty="0">
                <a:solidFill>
                  <a:srgbClr val="FFE79A"/>
                </a:solidFill>
                <a:effectLst/>
                <a:latin typeface="-apple-system"/>
              </a:rPr>
              <a:t>B+</a:t>
            </a:r>
            <a:r>
              <a:rPr lang="zh-CN" altLang="en-US" sz="1600" b="1" i="0" dirty="0">
                <a:solidFill>
                  <a:srgbClr val="FFE79A"/>
                </a:solidFill>
                <a:effectLst/>
                <a:latin typeface="-apple-system"/>
              </a:rPr>
              <a:t>树叶子节点存放的不是数据表的行记录。查询时需要先查找索引，然后再根据索引查找对应的记录。</a:t>
            </a:r>
            <a:endParaRPr lang="en-US" altLang="zh-CN" sz="1600" b="1" dirty="0">
              <a:solidFill>
                <a:srgbClr val="FFE79A"/>
              </a:solidFill>
              <a:latin typeface="Helvetica Neue" panose="02000503000000020004" pitchFamily="2" charset="0"/>
            </a:endParaRPr>
          </a:p>
        </p:txBody>
      </p:sp>
      <p:sp>
        <p:nvSpPr>
          <p:cNvPr id="8" name="文本框 7">
            <a:extLst>
              <a:ext uri="{FF2B5EF4-FFF2-40B4-BE49-F238E27FC236}">
                <a16:creationId xmlns:a16="http://schemas.microsoft.com/office/drawing/2014/main" id="{96A2B96B-A9DB-BF1C-CD2D-C62A296D1114}"/>
              </a:ext>
            </a:extLst>
          </p:cNvPr>
          <p:cNvSpPr txBox="1"/>
          <p:nvPr/>
        </p:nvSpPr>
        <p:spPr>
          <a:xfrm>
            <a:off x="735101" y="6113084"/>
            <a:ext cx="6096000" cy="369332"/>
          </a:xfrm>
          <a:prstGeom prst="rect">
            <a:avLst/>
          </a:prstGeom>
          <a:noFill/>
        </p:spPr>
        <p:txBody>
          <a:bodyPr wrap="square">
            <a:spAutoFit/>
          </a:bodyPr>
          <a:lstStyle/>
          <a:p>
            <a:r>
              <a:rPr lang="en-US" altLang="zh-CN" sz="1800" b="1" dirty="0" err="1">
                <a:solidFill>
                  <a:schemeClr val="bg1"/>
                </a:solidFill>
                <a:latin typeface="Helvetica Neue" panose="02000503000000020004" pitchFamily="2" charset="0"/>
              </a:rPr>
              <a:t>InnoDB</a:t>
            </a:r>
            <a:r>
              <a:rPr lang="zh-CN" altLang="en-US" sz="1800" b="1" dirty="0">
                <a:solidFill>
                  <a:schemeClr val="bg1"/>
                </a:solidFill>
                <a:latin typeface="Helvetica Neue" panose="02000503000000020004" pitchFamily="2" charset="0"/>
              </a:rPr>
              <a:t> 的主键索引是聚簇索引，辅助索引是非聚簇索引。</a:t>
            </a:r>
            <a:endParaRPr lang="zh-CN" altLang="en-US" dirty="0"/>
          </a:p>
        </p:txBody>
      </p:sp>
      <p:pic>
        <p:nvPicPr>
          <p:cNvPr id="12" name="图片 11">
            <a:extLst>
              <a:ext uri="{FF2B5EF4-FFF2-40B4-BE49-F238E27FC236}">
                <a16:creationId xmlns:a16="http://schemas.microsoft.com/office/drawing/2014/main" id="{8ED63804-20DA-2767-D736-26057B642EA5}"/>
              </a:ext>
            </a:extLst>
          </p:cNvPr>
          <p:cNvPicPr>
            <a:picLocks noChangeAspect="1"/>
          </p:cNvPicPr>
          <p:nvPr/>
        </p:nvPicPr>
        <p:blipFill>
          <a:blip r:embed="rId2"/>
          <a:stretch>
            <a:fillRect/>
          </a:stretch>
        </p:blipFill>
        <p:spPr>
          <a:xfrm>
            <a:off x="5768552" y="3844463"/>
            <a:ext cx="5754756" cy="2145209"/>
          </a:xfrm>
          <a:prstGeom prst="rect">
            <a:avLst/>
          </a:prstGeom>
        </p:spPr>
      </p:pic>
      <p:pic>
        <p:nvPicPr>
          <p:cNvPr id="13" name="图片 12">
            <a:extLst>
              <a:ext uri="{FF2B5EF4-FFF2-40B4-BE49-F238E27FC236}">
                <a16:creationId xmlns:a16="http://schemas.microsoft.com/office/drawing/2014/main" id="{05EAB2A9-0042-C709-B27E-AC1141BB6B3F}"/>
              </a:ext>
            </a:extLst>
          </p:cNvPr>
          <p:cNvPicPr>
            <a:picLocks noChangeAspect="1"/>
          </p:cNvPicPr>
          <p:nvPr/>
        </p:nvPicPr>
        <p:blipFill>
          <a:blip r:embed="rId3"/>
          <a:stretch>
            <a:fillRect/>
          </a:stretch>
        </p:blipFill>
        <p:spPr>
          <a:xfrm>
            <a:off x="735101" y="3844462"/>
            <a:ext cx="4154951" cy="2147503"/>
          </a:xfrm>
          <a:prstGeom prst="rect">
            <a:avLst/>
          </a:prstGeom>
        </p:spPr>
      </p:pic>
    </p:spTree>
    <p:extLst>
      <p:ext uri="{BB962C8B-B14F-4D97-AF65-F5344CB8AC3E}">
        <p14:creationId xmlns:p14="http://schemas.microsoft.com/office/powerpoint/2010/main" val="26899773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a:extLst>
              <a:ext uri="{FF2B5EF4-FFF2-40B4-BE49-F238E27FC236}">
                <a16:creationId xmlns:a16="http://schemas.microsoft.com/office/drawing/2014/main" id="{CE4C9717-A43F-B0B8-2DB6-0F8B45681D36}"/>
              </a:ext>
            </a:extLst>
          </p:cNvPr>
          <p:cNvSpPr txBox="1">
            <a:spLocks/>
          </p:cNvSpPr>
          <p:nvPr/>
        </p:nvSpPr>
        <p:spPr>
          <a:xfrm>
            <a:off x="668692" y="560250"/>
            <a:ext cx="10405707" cy="757130"/>
          </a:xfrm>
          <a:prstGeom prst="rect">
            <a:avLst/>
          </a:prstGeom>
        </p:spPr>
        <p:txBody>
          <a:bodyPr vert="horz" wrap="square" lIns="91440" tIns="45720" rIns="91440" bIns="45720" rtlCol="0" anchor="ctr">
            <a:spAutoFit/>
          </a:bodyPr>
          <a:lstStyle>
            <a:lvl1pPr algn="l" defTabSz="685800" rtl="0" eaLnBrk="1" latinLnBrk="0" hangingPunct="1">
              <a:lnSpc>
                <a:spcPct val="90000"/>
              </a:lnSpc>
              <a:spcBef>
                <a:spcPct val="0"/>
              </a:spcBef>
              <a:buNone/>
              <a:defRPr sz="4800" kern="1200">
                <a:solidFill>
                  <a:schemeClr val="bg1"/>
                </a:solidFill>
                <a:latin typeface="微软雅黑" panose="020B0503020204020204" pitchFamily="34" charset="-122"/>
                <a:ea typeface="微软雅黑" panose="020B0503020204020204" pitchFamily="34" charset="-122"/>
                <a:cs typeface="+mj-cs"/>
              </a:defRPr>
            </a:lvl1pPr>
          </a:lstStyle>
          <a:p>
            <a:r>
              <a:rPr lang="zh-CN" altLang="en-US" sz="4800" b="1" dirty="0">
                <a:latin typeface="Helvetica Neue" panose="02000503000000020004" pitchFamily="2" charset="0"/>
              </a:rPr>
              <a:t>索引的分类</a:t>
            </a:r>
            <a:endParaRPr lang="zh-CN" altLang="en-US" dirty="0"/>
          </a:p>
        </p:txBody>
      </p:sp>
      <p:sp>
        <p:nvSpPr>
          <p:cNvPr id="2" name="文本框 1">
            <a:extLst>
              <a:ext uri="{FF2B5EF4-FFF2-40B4-BE49-F238E27FC236}">
                <a16:creationId xmlns:a16="http://schemas.microsoft.com/office/drawing/2014/main" id="{64EF1A05-3D07-E490-838E-A3AF962C1DD1}"/>
              </a:ext>
            </a:extLst>
          </p:cNvPr>
          <p:cNvSpPr txBox="1"/>
          <p:nvPr/>
        </p:nvSpPr>
        <p:spPr>
          <a:xfrm>
            <a:off x="668692" y="1317380"/>
            <a:ext cx="10721798" cy="2407197"/>
          </a:xfrm>
          <a:prstGeom prst="rect">
            <a:avLst/>
          </a:prstGeom>
          <a:noFill/>
        </p:spPr>
        <p:txBody>
          <a:bodyPr wrap="square">
            <a:spAutoFit/>
          </a:bodyPr>
          <a:lstStyle/>
          <a:p>
            <a:pPr>
              <a:lnSpc>
                <a:spcPct val="150000"/>
              </a:lnSpc>
            </a:pPr>
            <a:r>
              <a:rPr lang="en-US" altLang="zh-CN" sz="1600" b="1" dirty="0" err="1">
                <a:solidFill>
                  <a:schemeClr val="bg1"/>
                </a:solidFill>
                <a:latin typeface="Helvetica Neue" panose="02000503000000020004" pitchFamily="2" charset="0"/>
              </a:rPr>
              <a:t>InnoDB</a:t>
            </a:r>
            <a:r>
              <a:rPr lang="zh-CN" altLang="en-US" sz="1600" b="1" dirty="0">
                <a:solidFill>
                  <a:schemeClr val="bg1"/>
                </a:solidFill>
                <a:latin typeface="Helvetica Neue" panose="02000503000000020004" pitchFamily="2" charset="0"/>
              </a:rPr>
              <a:t> 主键索引使用聚簇索引的优缺点分析</a:t>
            </a:r>
            <a:endParaRPr lang="en-US" altLang="zh-CN" sz="1600" b="1" dirty="0">
              <a:solidFill>
                <a:schemeClr val="bg1"/>
              </a:solidFill>
              <a:latin typeface="Helvetica Neue" panose="02000503000000020004" pitchFamily="2" charset="0"/>
            </a:endParaRPr>
          </a:p>
          <a:p>
            <a:pPr marL="285750" indent="-285750">
              <a:lnSpc>
                <a:spcPct val="150000"/>
              </a:lnSpc>
              <a:buFontTx/>
              <a:buChar char="-"/>
            </a:pPr>
            <a:r>
              <a:rPr lang="zh-CN" altLang="en-US" sz="1400" b="1" dirty="0">
                <a:solidFill>
                  <a:schemeClr val="bg1"/>
                </a:solidFill>
                <a:latin typeface="Helvetica Neue" panose="02000503000000020004" pitchFamily="2" charset="0"/>
              </a:rPr>
              <a:t>优势</a:t>
            </a:r>
            <a:endParaRPr lang="en-US" altLang="zh-CN" sz="1400" b="1" dirty="0">
              <a:solidFill>
                <a:schemeClr val="bg1"/>
              </a:solidFill>
              <a:latin typeface="Helvetica Neue" panose="02000503000000020004" pitchFamily="2" charset="0"/>
            </a:endParaRPr>
          </a:p>
          <a:p>
            <a:pPr marL="742950" lvl="1" indent="-285750">
              <a:lnSpc>
                <a:spcPct val="150000"/>
              </a:lnSpc>
              <a:buFontTx/>
              <a:buChar char="-"/>
            </a:pPr>
            <a:r>
              <a:rPr lang="zh-CN" altLang="en-US" sz="1400" b="1" dirty="0">
                <a:solidFill>
                  <a:srgbClr val="FFE79A"/>
                </a:solidFill>
                <a:latin typeface="Helvetica Neue" panose="02000503000000020004" pitchFamily="2" charset="0"/>
              </a:rPr>
              <a:t>根据聚簇索引访问更快。聚簇索引将索引和数据保存在同一个</a:t>
            </a:r>
            <a:r>
              <a:rPr lang="en-US" altLang="zh-CN" sz="1400" b="1" dirty="0">
                <a:solidFill>
                  <a:srgbClr val="FFE79A"/>
                </a:solidFill>
                <a:latin typeface="Helvetica Neue" panose="02000503000000020004" pitchFamily="2" charset="0"/>
              </a:rPr>
              <a:t>B+</a:t>
            </a:r>
            <a:r>
              <a:rPr lang="zh-CN" altLang="en-US" sz="1400" b="1" dirty="0">
                <a:solidFill>
                  <a:srgbClr val="FFE79A"/>
                </a:solidFill>
                <a:latin typeface="Helvetica Neue" panose="02000503000000020004" pitchFamily="2" charset="0"/>
              </a:rPr>
              <a:t>树中，找到了索引也就找到了数据，不需要再进行额外查找。</a:t>
            </a:r>
            <a:endParaRPr lang="en-US" altLang="zh-CN" sz="1400" b="1" dirty="0">
              <a:solidFill>
                <a:srgbClr val="FFE79A"/>
              </a:solidFill>
              <a:latin typeface="Helvetica Neue" panose="02000503000000020004" pitchFamily="2" charset="0"/>
            </a:endParaRPr>
          </a:p>
          <a:p>
            <a:pPr marL="285750" indent="-285750">
              <a:lnSpc>
                <a:spcPct val="150000"/>
              </a:lnSpc>
              <a:buFontTx/>
              <a:buChar char="-"/>
            </a:pPr>
            <a:r>
              <a:rPr lang="zh-CN" altLang="en-US" sz="1400" b="1" dirty="0">
                <a:solidFill>
                  <a:schemeClr val="bg1"/>
                </a:solidFill>
                <a:latin typeface="Helvetica Neue" panose="02000503000000020004" pitchFamily="2" charset="0"/>
              </a:rPr>
              <a:t>劣势</a:t>
            </a:r>
            <a:endParaRPr lang="en-US" altLang="zh-CN" sz="1400" b="1" dirty="0">
              <a:solidFill>
                <a:schemeClr val="bg1"/>
              </a:solidFill>
              <a:latin typeface="Helvetica Neue" panose="02000503000000020004" pitchFamily="2" charset="0"/>
            </a:endParaRPr>
          </a:p>
          <a:p>
            <a:pPr marL="742950" lvl="1" indent="-285750">
              <a:lnSpc>
                <a:spcPct val="150000"/>
              </a:lnSpc>
              <a:buFontTx/>
              <a:buChar char="-"/>
            </a:pPr>
            <a:r>
              <a:rPr lang="zh-CN" altLang="en-US" sz="1400" b="1" dirty="0">
                <a:solidFill>
                  <a:srgbClr val="FFE79A"/>
                </a:solidFill>
                <a:latin typeface="Helvetica Neue" panose="02000503000000020004" pitchFamily="2" charset="0"/>
              </a:rPr>
              <a:t>数据插入速度严重依赖插入顺序。按照主键的顺序插入是速度最快的方式，因为按照主键顺序插入可以保证都插入到最后一条记录的后面，而不按主键顺序需要在已有数据中间分配空间，增加额外工作与磁盘</a:t>
            </a:r>
            <a:r>
              <a:rPr lang="en-US" altLang="zh-CN" sz="1400" b="1" dirty="0">
                <a:solidFill>
                  <a:srgbClr val="FFE79A"/>
                </a:solidFill>
                <a:latin typeface="Helvetica Neue" panose="02000503000000020004" pitchFamily="2" charset="0"/>
              </a:rPr>
              <a:t>IO</a:t>
            </a:r>
            <a:r>
              <a:rPr lang="zh-CN" altLang="en-US" sz="1400" b="1" dirty="0">
                <a:solidFill>
                  <a:srgbClr val="FFE79A"/>
                </a:solidFill>
                <a:latin typeface="Helvetica Neue" panose="02000503000000020004" pitchFamily="2" charset="0"/>
              </a:rPr>
              <a:t>。</a:t>
            </a:r>
            <a:endParaRPr lang="en-US" altLang="zh-CN" sz="1400" b="1" dirty="0">
              <a:solidFill>
                <a:srgbClr val="FFE79A"/>
              </a:solidFill>
              <a:latin typeface="Helvetica Neue" panose="02000503000000020004" pitchFamily="2" charset="0"/>
            </a:endParaRPr>
          </a:p>
          <a:p>
            <a:pPr>
              <a:lnSpc>
                <a:spcPct val="150000"/>
              </a:lnSpc>
            </a:pPr>
            <a:r>
              <a:rPr lang="zh-CN" altLang="en-US" sz="1600" b="1" dirty="0">
                <a:solidFill>
                  <a:schemeClr val="bg1"/>
                </a:solidFill>
                <a:latin typeface="Helvetica Neue" panose="02000503000000020004" pitchFamily="2" charset="0"/>
              </a:rPr>
              <a:t>为保证数据按主键顺序插入，</a:t>
            </a:r>
            <a:r>
              <a:rPr lang="en-US" altLang="zh-CN" sz="1600" b="1" dirty="0" err="1">
                <a:solidFill>
                  <a:schemeClr val="bg1"/>
                </a:solidFill>
                <a:latin typeface="Helvetica Neue" panose="02000503000000020004" pitchFamily="2" charset="0"/>
              </a:rPr>
              <a:t>InnoDB</a:t>
            </a:r>
            <a:r>
              <a:rPr lang="zh-CN" altLang="en-US" sz="1600" b="1" dirty="0">
                <a:solidFill>
                  <a:schemeClr val="bg1"/>
                </a:solidFill>
                <a:latin typeface="Helvetica Neue" panose="02000503000000020004" pitchFamily="2" charset="0"/>
              </a:rPr>
              <a:t> 通常推荐使用自增</a:t>
            </a:r>
            <a:r>
              <a:rPr lang="en-US" altLang="zh-CN" sz="1600" b="1" dirty="0">
                <a:solidFill>
                  <a:schemeClr val="bg1"/>
                </a:solidFill>
                <a:latin typeface="Helvetica Neue" panose="02000503000000020004" pitchFamily="2" charset="0"/>
              </a:rPr>
              <a:t>id</a:t>
            </a:r>
            <a:r>
              <a:rPr lang="zh-CN" altLang="en-US" sz="1600" b="1" dirty="0">
                <a:solidFill>
                  <a:schemeClr val="bg1"/>
                </a:solidFill>
                <a:latin typeface="Helvetica Neue" panose="02000503000000020004" pitchFamily="2" charset="0"/>
              </a:rPr>
              <a:t>作为主键。</a:t>
            </a:r>
            <a:endParaRPr lang="en-US" altLang="zh-CN" sz="1600" b="1" dirty="0">
              <a:solidFill>
                <a:schemeClr val="bg1"/>
              </a:solidFill>
              <a:latin typeface="Helvetica Neue" panose="02000503000000020004" pitchFamily="2" charset="0"/>
            </a:endParaRPr>
          </a:p>
        </p:txBody>
      </p:sp>
      <p:pic>
        <p:nvPicPr>
          <p:cNvPr id="3" name="图片 2">
            <a:extLst>
              <a:ext uri="{FF2B5EF4-FFF2-40B4-BE49-F238E27FC236}">
                <a16:creationId xmlns:a16="http://schemas.microsoft.com/office/drawing/2014/main" id="{C0F327A7-5989-7569-424B-0BF7B8C4F681}"/>
              </a:ext>
            </a:extLst>
          </p:cNvPr>
          <p:cNvPicPr>
            <a:picLocks noChangeAspect="1"/>
          </p:cNvPicPr>
          <p:nvPr/>
        </p:nvPicPr>
        <p:blipFill>
          <a:blip r:embed="rId2"/>
          <a:stretch>
            <a:fillRect/>
          </a:stretch>
        </p:blipFill>
        <p:spPr>
          <a:xfrm>
            <a:off x="668692" y="3901951"/>
            <a:ext cx="6524979" cy="2592003"/>
          </a:xfrm>
          <a:prstGeom prst="rect">
            <a:avLst/>
          </a:prstGeom>
        </p:spPr>
      </p:pic>
    </p:spTree>
    <p:extLst>
      <p:ext uri="{BB962C8B-B14F-4D97-AF65-F5344CB8AC3E}">
        <p14:creationId xmlns:p14="http://schemas.microsoft.com/office/powerpoint/2010/main" val="37367927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a:extLst>
              <a:ext uri="{FF2B5EF4-FFF2-40B4-BE49-F238E27FC236}">
                <a16:creationId xmlns:a16="http://schemas.microsoft.com/office/drawing/2014/main" id="{CE4C9717-A43F-B0B8-2DB6-0F8B45681D36}"/>
              </a:ext>
            </a:extLst>
          </p:cNvPr>
          <p:cNvSpPr txBox="1">
            <a:spLocks/>
          </p:cNvSpPr>
          <p:nvPr/>
        </p:nvSpPr>
        <p:spPr>
          <a:xfrm>
            <a:off x="668692" y="560250"/>
            <a:ext cx="10405707" cy="757130"/>
          </a:xfrm>
          <a:prstGeom prst="rect">
            <a:avLst/>
          </a:prstGeom>
        </p:spPr>
        <p:txBody>
          <a:bodyPr vert="horz" wrap="square" lIns="91440" tIns="45720" rIns="91440" bIns="45720" rtlCol="0" anchor="ctr">
            <a:spAutoFit/>
          </a:bodyPr>
          <a:lstStyle>
            <a:lvl1pPr algn="l" defTabSz="685800" rtl="0" eaLnBrk="1" latinLnBrk="0" hangingPunct="1">
              <a:lnSpc>
                <a:spcPct val="90000"/>
              </a:lnSpc>
              <a:spcBef>
                <a:spcPct val="0"/>
              </a:spcBef>
              <a:buNone/>
              <a:defRPr sz="4800" kern="1200">
                <a:solidFill>
                  <a:schemeClr val="bg1"/>
                </a:solidFill>
                <a:latin typeface="微软雅黑" panose="020B0503020204020204" pitchFamily="34" charset="-122"/>
                <a:ea typeface="微软雅黑" panose="020B0503020204020204" pitchFamily="34" charset="-122"/>
                <a:cs typeface="+mj-cs"/>
              </a:defRPr>
            </a:lvl1pPr>
          </a:lstStyle>
          <a:p>
            <a:r>
              <a:rPr lang="zh-CN" altLang="en-US" sz="4800" b="1" dirty="0">
                <a:latin typeface="Helvetica Neue" panose="02000503000000020004" pitchFamily="2" charset="0"/>
              </a:rPr>
              <a:t>索引使用实战</a:t>
            </a:r>
            <a:endParaRPr lang="zh-CN" altLang="en-US" dirty="0"/>
          </a:p>
        </p:txBody>
      </p:sp>
      <p:sp>
        <p:nvSpPr>
          <p:cNvPr id="3" name="文本框 2">
            <a:extLst>
              <a:ext uri="{FF2B5EF4-FFF2-40B4-BE49-F238E27FC236}">
                <a16:creationId xmlns:a16="http://schemas.microsoft.com/office/drawing/2014/main" id="{B08E4409-B59C-9F40-E49A-3AE2EBC710B9}"/>
              </a:ext>
            </a:extLst>
          </p:cNvPr>
          <p:cNvSpPr txBox="1"/>
          <p:nvPr/>
        </p:nvSpPr>
        <p:spPr>
          <a:xfrm>
            <a:off x="668692" y="1401596"/>
            <a:ext cx="10721798" cy="3371692"/>
          </a:xfrm>
          <a:prstGeom prst="rect">
            <a:avLst/>
          </a:prstGeom>
          <a:noFill/>
        </p:spPr>
        <p:txBody>
          <a:bodyPr wrap="square">
            <a:spAutoFit/>
          </a:bodyPr>
          <a:lstStyle/>
          <a:p>
            <a:pPr marL="285750" indent="-285750">
              <a:lnSpc>
                <a:spcPct val="150000"/>
              </a:lnSpc>
              <a:buFontTx/>
              <a:buChar char="-"/>
            </a:pPr>
            <a:r>
              <a:rPr lang="zh-CN" altLang="en-US" b="1" dirty="0">
                <a:solidFill>
                  <a:srgbClr val="FFE79A"/>
                </a:solidFill>
                <a:latin typeface="Helvetica Neue" panose="02000503000000020004" pitchFamily="2" charset="0"/>
              </a:rPr>
              <a:t>第一步：创建数据表</a:t>
            </a:r>
            <a:endParaRPr lang="en-US" altLang="zh-CN" b="1" dirty="0">
              <a:solidFill>
                <a:srgbClr val="FFE79A"/>
              </a:solidFill>
              <a:latin typeface="Helvetica Neue" panose="02000503000000020004" pitchFamily="2" charset="0"/>
            </a:endParaRPr>
          </a:p>
          <a:p>
            <a:pPr marL="285750" indent="-285750">
              <a:lnSpc>
                <a:spcPct val="150000"/>
              </a:lnSpc>
              <a:buFontTx/>
              <a:buChar char="-"/>
            </a:pPr>
            <a:endParaRPr lang="en-US" altLang="zh-CN" b="1" dirty="0">
              <a:solidFill>
                <a:srgbClr val="FFE79A"/>
              </a:solidFill>
              <a:latin typeface="Helvetica Neue" panose="02000503000000020004" pitchFamily="2" charset="0"/>
            </a:endParaRPr>
          </a:p>
          <a:p>
            <a:pPr marL="285750" indent="-285750">
              <a:lnSpc>
                <a:spcPct val="150000"/>
              </a:lnSpc>
              <a:buFontTx/>
              <a:buChar char="-"/>
            </a:pPr>
            <a:endParaRPr lang="en-US" altLang="zh-CN" b="1" dirty="0">
              <a:solidFill>
                <a:srgbClr val="FFE79A"/>
              </a:solidFill>
              <a:latin typeface="Helvetica Neue" panose="02000503000000020004" pitchFamily="2" charset="0"/>
            </a:endParaRPr>
          </a:p>
          <a:p>
            <a:pPr>
              <a:lnSpc>
                <a:spcPct val="150000"/>
              </a:lnSpc>
            </a:pPr>
            <a:endParaRPr lang="en-US" altLang="zh-CN" b="1" dirty="0">
              <a:solidFill>
                <a:srgbClr val="FFE79A"/>
              </a:solidFill>
              <a:latin typeface="Helvetica Neue" panose="02000503000000020004" pitchFamily="2" charset="0"/>
            </a:endParaRPr>
          </a:p>
          <a:p>
            <a:pPr>
              <a:lnSpc>
                <a:spcPct val="150000"/>
              </a:lnSpc>
            </a:pPr>
            <a:endParaRPr lang="en-US" altLang="zh-CN" b="1" dirty="0">
              <a:solidFill>
                <a:srgbClr val="FFE79A"/>
              </a:solidFill>
              <a:latin typeface="Helvetica Neue" panose="02000503000000020004" pitchFamily="2" charset="0"/>
            </a:endParaRPr>
          </a:p>
          <a:p>
            <a:pPr>
              <a:lnSpc>
                <a:spcPct val="150000"/>
              </a:lnSpc>
            </a:pPr>
            <a:endParaRPr lang="en-US" altLang="zh-CN" b="1" dirty="0">
              <a:solidFill>
                <a:srgbClr val="FFE79A"/>
              </a:solidFill>
              <a:latin typeface="Helvetica Neue" panose="02000503000000020004" pitchFamily="2" charset="0"/>
            </a:endParaRPr>
          </a:p>
          <a:p>
            <a:pPr>
              <a:lnSpc>
                <a:spcPct val="150000"/>
              </a:lnSpc>
            </a:pPr>
            <a:endParaRPr lang="en-US" altLang="zh-CN" b="1" dirty="0">
              <a:solidFill>
                <a:srgbClr val="FFE79A"/>
              </a:solidFill>
              <a:latin typeface="Helvetica Neue" panose="02000503000000020004" pitchFamily="2" charset="0"/>
            </a:endParaRPr>
          </a:p>
          <a:p>
            <a:pPr marL="285750" indent="-285750">
              <a:lnSpc>
                <a:spcPct val="150000"/>
              </a:lnSpc>
              <a:buFontTx/>
              <a:buChar char="-"/>
            </a:pPr>
            <a:r>
              <a:rPr lang="zh-CN" altLang="en-US" b="1" dirty="0">
                <a:solidFill>
                  <a:srgbClr val="FFE79A"/>
                </a:solidFill>
                <a:latin typeface="Helvetica Neue" panose="02000503000000020004" pitchFamily="2" charset="0"/>
              </a:rPr>
              <a:t>第二步：向数据表中插入数据</a:t>
            </a:r>
            <a:endParaRPr lang="en-US" altLang="zh-CN" b="1" dirty="0">
              <a:solidFill>
                <a:srgbClr val="FFE79A"/>
              </a:solidFill>
              <a:latin typeface="Helvetica Neue" panose="02000503000000020004" pitchFamily="2" charset="0"/>
            </a:endParaRPr>
          </a:p>
        </p:txBody>
      </p:sp>
      <p:pic>
        <p:nvPicPr>
          <p:cNvPr id="4" name="图片 3">
            <a:extLst>
              <a:ext uri="{FF2B5EF4-FFF2-40B4-BE49-F238E27FC236}">
                <a16:creationId xmlns:a16="http://schemas.microsoft.com/office/drawing/2014/main" id="{6D9F0D81-DF84-6C99-2AF9-4B0749A6B829}"/>
              </a:ext>
            </a:extLst>
          </p:cNvPr>
          <p:cNvPicPr>
            <a:picLocks noChangeAspect="1"/>
          </p:cNvPicPr>
          <p:nvPr/>
        </p:nvPicPr>
        <p:blipFill>
          <a:blip r:embed="rId2"/>
          <a:stretch>
            <a:fillRect/>
          </a:stretch>
        </p:blipFill>
        <p:spPr>
          <a:xfrm>
            <a:off x="668692" y="1959863"/>
            <a:ext cx="7422520" cy="2363859"/>
          </a:xfrm>
          <a:prstGeom prst="rect">
            <a:avLst/>
          </a:prstGeom>
        </p:spPr>
      </p:pic>
      <p:pic>
        <p:nvPicPr>
          <p:cNvPr id="6" name="图片 5">
            <a:extLst>
              <a:ext uri="{FF2B5EF4-FFF2-40B4-BE49-F238E27FC236}">
                <a16:creationId xmlns:a16="http://schemas.microsoft.com/office/drawing/2014/main" id="{04EF3E95-B115-D0AB-F080-EA81EEA7168B}"/>
              </a:ext>
            </a:extLst>
          </p:cNvPr>
          <p:cNvPicPr>
            <a:picLocks noChangeAspect="1"/>
          </p:cNvPicPr>
          <p:nvPr/>
        </p:nvPicPr>
        <p:blipFill>
          <a:blip r:embed="rId3"/>
          <a:stretch>
            <a:fillRect/>
          </a:stretch>
        </p:blipFill>
        <p:spPr>
          <a:xfrm>
            <a:off x="668692" y="4915760"/>
            <a:ext cx="7422520" cy="1319779"/>
          </a:xfrm>
          <a:prstGeom prst="rect">
            <a:avLst/>
          </a:prstGeom>
        </p:spPr>
      </p:pic>
    </p:spTree>
    <p:extLst>
      <p:ext uri="{BB962C8B-B14F-4D97-AF65-F5344CB8AC3E}">
        <p14:creationId xmlns:p14="http://schemas.microsoft.com/office/powerpoint/2010/main" val="11683055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a:extLst>
              <a:ext uri="{FF2B5EF4-FFF2-40B4-BE49-F238E27FC236}">
                <a16:creationId xmlns:a16="http://schemas.microsoft.com/office/drawing/2014/main" id="{CE4C9717-A43F-B0B8-2DB6-0F8B45681D36}"/>
              </a:ext>
            </a:extLst>
          </p:cNvPr>
          <p:cNvSpPr txBox="1">
            <a:spLocks/>
          </p:cNvSpPr>
          <p:nvPr/>
        </p:nvSpPr>
        <p:spPr>
          <a:xfrm>
            <a:off x="668692" y="560250"/>
            <a:ext cx="10405707" cy="757130"/>
          </a:xfrm>
          <a:prstGeom prst="rect">
            <a:avLst/>
          </a:prstGeom>
        </p:spPr>
        <p:txBody>
          <a:bodyPr vert="horz" wrap="square" lIns="91440" tIns="45720" rIns="91440" bIns="45720" rtlCol="0" anchor="ctr">
            <a:spAutoFit/>
          </a:bodyPr>
          <a:lstStyle>
            <a:lvl1pPr algn="l" defTabSz="685800" rtl="0" eaLnBrk="1" latinLnBrk="0" hangingPunct="1">
              <a:lnSpc>
                <a:spcPct val="90000"/>
              </a:lnSpc>
              <a:spcBef>
                <a:spcPct val="0"/>
              </a:spcBef>
              <a:buNone/>
              <a:defRPr sz="4800" kern="1200">
                <a:solidFill>
                  <a:schemeClr val="bg1"/>
                </a:solidFill>
                <a:latin typeface="微软雅黑" panose="020B0503020204020204" pitchFamily="34" charset="-122"/>
                <a:ea typeface="微软雅黑" panose="020B0503020204020204" pitchFamily="34" charset="-122"/>
                <a:cs typeface="+mj-cs"/>
              </a:defRPr>
            </a:lvl1pPr>
          </a:lstStyle>
          <a:p>
            <a:r>
              <a:rPr lang="zh-CN" altLang="en-US" sz="4800" b="1" dirty="0">
                <a:latin typeface="Helvetica Neue" panose="02000503000000020004" pitchFamily="2" charset="0"/>
              </a:rPr>
              <a:t>索引使用实战</a:t>
            </a:r>
            <a:endParaRPr lang="zh-CN" altLang="en-US" dirty="0"/>
          </a:p>
        </p:txBody>
      </p:sp>
      <p:sp>
        <p:nvSpPr>
          <p:cNvPr id="3" name="文本框 2">
            <a:extLst>
              <a:ext uri="{FF2B5EF4-FFF2-40B4-BE49-F238E27FC236}">
                <a16:creationId xmlns:a16="http://schemas.microsoft.com/office/drawing/2014/main" id="{B08E4409-B59C-9F40-E49A-3AE2EBC710B9}"/>
              </a:ext>
            </a:extLst>
          </p:cNvPr>
          <p:cNvSpPr txBox="1"/>
          <p:nvPr/>
        </p:nvSpPr>
        <p:spPr>
          <a:xfrm>
            <a:off x="668692" y="1401596"/>
            <a:ext cx="10721798" cy="3787191"/>
          </a:xfrm>
          <a:prstGeom prst="rect">
            <a:avLst/>
          </a:prstGeom>
          <a:noFill/>
        </p:spPr>
        <p:txBody>
          <a:bodyPr wrap="square">
            <a:spAutoFit/>
          </a:bodyPr>
          <a:lstStyle/>
          <a:p>
            <a:pPr marL="285750" indent="-285750">
              <a:lnSpc>
                <a:spcPct val="150000"/>
              </a:lnSpc>
              <a:buFontTx/>
              <a:buChar char="-"/>
            </a:pPr>
            <a:r>
              <a:rPr lang="zh-CN" altLang="en-US" b="1" dirty="0">
                <a:solidFill>
                  <a:srgbClr val="FFE79A"/>
                </a:solidFill>
                <a:latin typeface="Helvetica Neue" panose="02000503000000020004" pitchFamily="2" charset="0"/>
              </a:rPr>
              <a:t>第三步：创建非唯一索引</a:t>
            </a:r>
            <a:endParaRPr lang="en-US" altLang="zh-CN" b="1" dirty="0">
              <a:solidFill>
                <a:srgbClr val="FFE79A"/>
              </a:solidFill>
              <a:latin typeface="Helvetica Neue" panose="02000503000000020004" pitchFamily="2" charset="0"/>
            </a:endParaRPr>
          </a:p>
          <a:p>
            <a:pPr>
              <a:lnSpc>
                <a:spcPct val="150000"/>
              </a:lnSpc>
            </a:pPr>
            <a:endParaRPr lang="en-US" altLang="zh-CN" b="1" dirty="0">
              <a:solidFill>
                <a:srgbClr val="FFE79A"/>
              </a:solidFill>
              <a:latin typeface="Helvetica Neue" panose="02000503000000020004" pitchFamily="2" charset="0"/>
            </a:endParaRPr>
          </a:p>
          <a:p>
            <a:pPr>
              <a:lnSpc>
                <a:spcPct val="150000"/>
              </a:lnSpc>
            </a:pPr>
            <a:endParaRPr lang="en-US" altLang="zh-CN" b="1" dirty="0">
              <a:solidFill>
                <a:srgbClr val="FFE79A"/>
              </a:solidFill>
              <a:latin typeface="Helvetica Neue" panose="02000503000000020004" pitchFamily="2" charset="0"/>
            </a:endParaRPr>
          </a:p>
          <a:p>
            <a:pPr>
              <a:lnSpc>
                <a:spcPct val="150000"/>
              </a:lnSpc>
            </a:pPr>
            <a:endParaRPr lang="en-US" altLang="zh-CN" b="1" dirty="0">
              <a:solidFill>
                <a:srgbClr val="FFE79A"/>
              </a:solidFill>
              <a:latin typeface="Helvetica Neue" panose="02000503000000020004" pitchFamily="2" charset="0"/>
            </a:endParaRPr>
          </a:p>
          <a:p>
            <a:pPr marL="285750" indent="-285750">
              <a:lnSpc>
                <a:spcPct val="150000"/>
              </a:lnSpc>
              <a:buFontTx/>
              <a:buChar char="-"/>
            </a:pPr>
            <a:r>
              <a:rPr lang="zh-CN" altLang="en-US" b="1" dirty="0">
                <a:solidFill>
                  <a:srgbClr val="FFE79A"/>
                </a:solidFill>
                <a:latin typeface="Helvetica Neue" panose="02000503000000020004" pitchFamily="2" charset="0"/>
              </a:rPr>
              <a:t>第四步：创建唯一索引</a:t>
            </a:r>
            <a:endParaRPr lang="en-US" altLang="zh-CN" b="1" dirty="0">
              <a:solidFill>
                <a:srgbClr val="FFE79A"/>
              </a:solidFill>
              <a:latin typeface="Helvetica Neue" panose="02000503000000020004" pitchFamily="2" charset="0"/>
            </a:endParaRPr>
          </a:p>
          <a:p>
            <a:pPr>
              <a:lnSpc>
                <a:spcPct val="150000"/>
              </a:lnSpc>
            </a:pPr>
            <a:endParaRPr lang="en-US" altLang="zh-CN" b="1" dirty="0">
              <a:solidFill>
                <a:srgbClr val="FFE79A"/>
              </a:solidFill>
              <a:latin typeface="Helvetica Neue" panose="02000503000000020004" pitchFamily="2" charset="0"/>
            </a:endParaRPr>
          </a:p>
          <a:p>
            <a:pPr>
              <a:lnSpc>
                <a:spcPct val="150000"/>
              </a:lnSpc>
            </a:pPr>
            <a:endParaRPr lang="en-US" altLang="zh-CN" b="1" dirty="0">
              <a:solidFill>
                <a:srgbClr val="FFE79A"/>
              </a:solidFill>
              <a:latin typeface="Helvetica Neue" panose="02000503000000020004" pitchFamily="2" charset="0"/>
            </a:endParaRPr>
          </a:p>
          <a:p>
            <a:pPr>
              <a:lnSpc>
                <a:spcPct val="150000"/>
              </a:lnSpc>
            </a:pPr>
            <a:endParaRPr lang="en-US" altLang="zh-CN" b="1" dirty="0">
              <a:solidFill>
                <a:srgbClr val="FFE79A"/>
              </a:solidFill>
              <a:latin typeface="Helvetica Neue" panose="02000503000000020004" pitchFamily="2" charset="0"/>
            </a:endParaRPr>
          </a:p>
          <a:p>
            <a:pPr>
              <a:lnSpc>
                <a:spcPct val="150000"/>
              </a:lnSpc>
            </a:pPr>
            <a:r>
              <a:rPr lang="zh-CN" altLang="en-US" b="1" dirty="0">
                <a:solidFill>
                  <a:srgbClr val="FFE79A"/>
                </a:solidFill>
                <a:latin typeface="Helvetica Neue" panose="02000503000000020004" pitchFamily="2" charset="0"/>
              </a:rPr>
              <a:t>插入唯一索引重复的数据</a:t>
            </a:r>
            <a:endParaRPr lang="en-US" altLang="zh-CN" b="1" dirty="0">
              <a:solidFill>
                <a:srgbClr val="FFE79A"/>
              </a:solidFill>
              <a:latin typeface="Helvetica Neue" panose="02000503000000020004" pitchFamily="2" charset="0"/>
            </a:endParaRPr>
          </a:p>
        </p:txBody>
      </p:sp>
      <p:pic>
        <p:nvPicPr>
          <p:cNvPr id="5" name="图片 4">
            <a:extLst>
              <a:ext uri="{FF2B5EF4-FFF2-40B4-BE49-F238E27FC236}">
                <a16:creationId xmlns:a16="http://schemas.microsoft.com/office/drawing/2014/main" id="{A4243982-EF38-59B0-4DFF-843D066CF8AB}"/>
              </a:ext>
            </a:extLst>
          </p:cNvPr>
          <p:cNvPicPr>
            <a:picLocks noChangeAspect="1"/>
          </p:cNvPicPr>
          <p:nvPr/>
        </p:nvPicPr>
        <p:blipFill>
          <a:blip r:embed="rId2"/>
          <a:stretch>
            <a:fillRect/>
          </a:stretch>
        </p:blipFill>
        <p:spPr>
          <a:xfrm>
            <a:off x="800545" y="5289282"/>
            <a:ext cx="7772400" cy="805869"/>
          </a:xfrm>
          <a:prstGeom prst="rect">
            <a:avLst/>
          </a:prstGeom>
        </p:spPr>
      </p:pic>
      <p:pic>
        <p:nvPicPr>
          <p:cNvPr id="8" name="图片 7">
            <a:extLst>
              <a:ext uri="{FF2B5EF4-FFF2-40B4-BE49-F238E27FC236}">
                <a16:creationId xmlns:a16="http://schemas.microsoft.com/office/drawing/2014/main" id="{226CB481-7EE8-6379-5DF5-EBF098BAFD8E}"/>
              </a:ext>
            </a:extLst>
          </p:cNvPr>
          <p:cNvPicPr>
            <a:picLocks noChangeAspect="1"/>
          </p:cNvPicPr>
          <p:nvPr/>
        </p:nvPicPr>
        <p:blipFill>
          <a:blip r:embed="rId3"/>
          <a:stretch>
            <a:fillRect/>
          </a:stretch>
        </p:blipFill>
        <p:spPr>
          <a:xfrm>
            <a:off x="800545" y="1978708"/>
            <a:ext cx="7348032" cy="1096434"/>
          </a:xfrm>
          <a:prstGeom prst="rect">
            <a:avLst/>
          </a:prstGeom>
        </p:spPr>
      </p:pic>
      <p:pic>
        <p:nvPicPr>
          <p:cNvPr id="9" name="图片 8">
            <a:extLst>
              <a:ext uri="{FF2B5EF4-FFF2-40B4-BE49-F238E27FC236}">
                <a16:creationId xmlns:a16="http://schemas.microsoft.com/office/drawing/2014/main" id="{8CB6D73E-9435-2752-A5C2-DDAE84405274}"/>
              </a:ext>
            </a:extLst>
          </p:cNvPr>
          <p:cNvPicPr>
            <a:picLocks noChangeAspect="1"/>
          </p:cNvPicPr>
          <p:nvPr/>
        </p:nvPicPr>
        <p:blipFill>
          <a:blip r:embed="rId4"/>
          <a:stretch>
            <a:fillRect/>
          </a:stretch>
        </p:blipFill>
        <p:spPr>
          <a:xfrm>
            <a:off x="800545" y="3642213"/>
            <a:ext cx="7348032" cy="1064391"/>
          </a:xfrm>
          <a:prstGeom prst="rect">
            <a:avLst/>
          </a:prstGeom>
        </p:spPr>
      </p:pic>
    </p:spTree>
    <p:extLst>
      <p:ext uri="{BB962C8B-B14F-4D97-AF65-F5344CB8AC3E}">
        <p14:creationId xmlns:p14="http://schemas.microsoft.com/office/powerpoint/2010/main" val="27794233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a:extLst>
              <a:ext uri="{FF2B5EF4-FFF2-40B4-BE49-F238E27FC236}">
                <a16:creationId xmlns:a16="http://schemas.microsoft.com/office/drawing/2014/main" id="{CE4C9717-A43F-B0B8-2DB6-0F8B45681D36}"/>
              </a:ext>
            </a:extLst>
          </p:cNvPr>
          <p:cNvSpPr txBox="1">
            <a:spLocks/>
          </p:cNvSpPr>
          <p:nvPr/>
        </p:nvSpPr>
        <p:spPr>
          <a:xfrm>
            <a:off x="668692" y="560250"/>
            <a:ext cx="10405707" cy="757130"/>
          </a:xfrm>
          <a:prstGeom prst="rect">
            <a:avLst/>
          </a:prstGeom>
        </p:spPr>
        <p:txBody>
          <a:bodyPr vert="horz" wrap="square" lIns="91440" tIns="45720" rIns="91440" bIns="45720" rtlCol="0" anchor="ctr">
            <a:spAutoFit/>
          </a:bodyPr>
          <a:lstStyle>
            <a:lvl1pPr algn="l" defTabSz="685800" rtl="0" eaLnBrk="1" latinLnBrk="0" hangingPunct="1">
              <a:lnSpc>
                <a:spcPct val="90000"/>
              </a:lnSpc>
              <a:spcBef>
                <a:spcPct val="0"/>
              </a:spcBef>
              <a:buNone/>
              <a:defRPr sz="4800" kern="1200">
                <a:solidFill>
                  <a:schemeClr val="bg1"/>
                </a:solidFill>
                <a:latin typeface="微软雅黑" panose="020B0503020204020204" pitchFamily="34" charset="-122"/>
                <a:ea typeface="微软雅黑" panose="020B0503020204020204" pitchFamily="34" charset="-122"/>
                <a:cs typeface="+mj-cs"/>
              </a:defRPr>
            </a:lvl1pPr>
          </a:lstStyle>
          <a:p>
            <a:r>
              <a:rPr lang="zh-CN" altLang="en-US" sz="4800" b="1" dirty="0">
                <a:latin typeface="Helvetica Neue" panose="02000503000000020004" pitchFamily="2" charset="0"/>
              </a:rPr>
              <a:t>索引使用实战</a:t>
            </a:r>
            <a:endParaRPr lang="zh-CN" altLang="en-US" dirty="0"/>
          </a:p>
        </p:txBody>
      </p:sp>
      <p:sp>
        <p:nvSpPr>
          <p:cNvPr id="3" name="文本框 2">
            <a:extLst>
              <a:ext uri="{FF2B5EF4-FFF2-40B4-BE49-F238E27FC236}">
                <a16:creationId xmlns:a16="http://schemas.microsoft.com/office/drawing/2014/main" id="{B08E4409-B59C-9F40-E49A-3AE2EBC710B9}"/>
              </a:ext>
            </a:extLst>
          </p:cNvPr>
          <p:cNvSpPr txBox="1"/>
          <p:nvPr/>
        </p:nvSpPr>
        <p:spPr>
          <a:xfrm>
            <a:off x="668692" y="1401596"/>
            <a:ext cx="10721798" cy="2947345"/>
          </a:xfrm>
          <a:prstGeom prst="rect">
            <a:avLst/>
          </a:prstGeom>
          <a:noFill/>
        </p:spPr>
        <p:txBody>
          <a:bodyPr wrap="square">
            <a:spAutoFit/>
          </a:bodyPr>
          <a:lstStyle/>
          <a:p>
            <a:pPr marL="285750" indent="-285750">
              <a:lnSpc>
                <a:spcPct val="150000"/>
              </a:lnSpc>
              <a:buFontTx/>
              <a:buChar char="-"/>
            </a:pPr>
            <a:r>
              <a:rPr lang="zh-CN" altLang="en-US" b="1" dirty="0">
                <a:solidFill>
                  <a:srgbClr val="FFE79A"/>
                </a:solidFill>
                <a:latin typeface="Helvetica Neue" panose="02000503000000020004" pitchFamily="2" charset="0"/>
              </a:rPr>
              <a:t>第五步：删除索引</a:t>
            </a:r>
            <a:endParaRPr lang="en-US" altLang="zh-CN" b="1" dirty="0">
              <a:solidFill>
                <a:srgbClr val="FFE79A"/>
              </a:solidFill>
              <a:latin typeface="Helvetica Neue" panose="02000503000000020004" pitchFamily="2" charset="0"/>
            </a:endParaRPr>
          </a:p>
          <a:p>
            <a:pPr>
              <a:lnSpc>
                <a:spcPct val="150000"/>
              </a:lnSpc>
            </a:pPr>
            <a:endParaRPr lang="en-US" altLang="zh-CN" b="1" dirty="0">
              <a:solidFill>
                <a:srgbClr val="FFE79A"/>
              </a:solidFill>
              <a:latin typeface="Helvetica Neue" panose="02000503000000020004" pitchFamily="2" charset="0"/>
            </a:endParaRPr>
          </a:p>
          <a:p>
            <a:pPr>
              <a:lnSpc>
                <a:spcPct val="150000"/>
              </a:lnSpc>
            </a:pPr>
            <a:endParaRPr lang="en-US" altLang="zh-CN" b="1" dirty="0">
              <a:solidFill>
                <a:srgbClr val="FFE79A"/>
              </a:solidFill>
              <a:latin typeface="Helvetica Neue" panose="02000503000000020004" pitchFamily="2" charset="0"/>
            </a:endParaRPr>
          </a:p>
          <a:p>
            <a:pPr>
              <a:lnSpc>
                <a:spcPct val="150000"/>
              </a:lnSpc>
            </a:pPr>
            <a:endParaRPr lang="en-US" altLang="zh-CN" b="1" dirty="0">
              <a:solidFill>
                <a:srgbClr val="FFE79A"/>
              </a:solidFill>
              <a:latin typeface="Helvetica Neue" panose="02000503000000020004" pitchFamily="2" charset="0"/>
            </a:endParaRPr>
          </a:p>
          <a:p>
            <a:pPr>
              <a:lnSpc>
                <a:spcPct val="150000"/>
              </a:lnSpc>
            </a:pPr>
            <a:r>
              <a:rPr lang="zh-CN" altLang="en-US" b="1" dirty="0">
                <a:solidFill>
                  <a:srgbClr val="FFE79A"/>
                </a:solidFill>
                <a:latin typeface="Helvetica Neue" panose="02000503000000020004" pitchFamily="2" charset="0"/>
              </a:rPr>
              <a:t>此时再次尝试插入刚才插入失败的数据成功，因为唯一索引已被删除</a:t>
            </a:r>
            <a:endParaRPr lang="en-US" altLang="zh-CN" b="1" dirty="0">
              <a:solidFill>
                <a:srgbClr val="FFE79A"/>
              </a:solidFill>
              <a:latin typeface="Helvetica Neue" panose="02000503000000020004" pitchFamily="2" charset="0"/>
            </a:endParaRPr>
          </a:p>
          <a:p>
            <a:pPr>
              <a:lnSpc>
                <a:spcPct val="150000"/>
              </a:lnSpc>
            </a:pPr>
            <a:endParaRPr lang="en-US" altLang="zh-CN" b="1" dirty="0">
              <a:solidFill>
                <a:srgbClr val="FFE79A"/>
              </a:solidFill>
              <a:latin typeface="Helvetica Neue" panose="02000503000000020004" pitchFamily="2" charset="0"/>
            </a:endParaRPr>
          </a:p>
          <a:p>
            <a:pPr>
              <a:lnSpc>
                <a:spcPct val="150000"/>
              </a:lnSpc>
            </a:pPr>
            <a:endParaRPr lang="en-US" altLang="zh-CN" b="1" dirty="0">
              <a:solidFill>
                <a:srgbClr val="FFE79A"/>
              </a:solidFill>
              <a:latin typeface="Helvetica Neue" panose="02000503000000020004" pitchFamily="2" charset="0"/>
            </a:endParaRPr>
          </a:p>
        </p:txBody>
      </p:sp>
      <p:pic>
        <p:nvPicPr>
          <p:cNvPr id="6" name="图片 5">
            <a:extLst>
              <a:ext uri="{FF2B5EF4-FFF2-40B4-BE49-F238E27FC236}">
                <a16:creationId xmlns:a16="http://schemas.microsoft.com/office/drawing/2014/main" id="{57CEB495-2951-7683-E194-AAFEC76F6BBB}"/>
              </a:ext>
            </a:extLst>
          </p:cNvPr>
          <p:cNvPicPr>
            <a:picLocks noChangeAspect="1"/>
          </p:cNvPicPr>
          <p:nvPr/>
        </p:nvPicPr>
        <p:blipFill>
          <a:blip r:embed="rId2"/>
          <a:stretch>
            <a:fillRect/>
          </a:stretch>
        </p:blipFill>
        <p:spPr>
          <a:xfrm>
            <a:off x="801510" y="1926013"/>
            <a:ext cx="7772400" cy="1154023"/>
          </a:xfrm>
          <a:prstGeom prst="rect">
            <a:avLst/>
          </a:prstGeom>
        </p:spPr>
      </p:pic>
      <p:pic>
        <p:nvPicPr>
          <p:cNvPr id="8" name="图片 7">
            <a:extLst>
              <a:ext uri="{FF2B5EF4-FFF2-40B4-BE49-F238E27FC236}">
                <a16:creationId xmlns:a16="http://schemas.microsoft.com/office/drawing/2014/main" id="{2DC4963C-1D70-1CC4-F2C8-A9CAB21739E1}"/>
              </a:ext>
            </a:extLst>
          </p:cNvPr>
          <p:cNvPicPr>
            <a:picLocks noChangeAspect="1"/>
          </p:cNvPicPr>
          <p:nvPr/>
        </p:nvPicPr>
        <p:blipFill>
          <a:blip r:embed="rId3"/>
          <a:stretch>
            <a:fillRect/>
          </a:stretch>
        </p:blipFill>
        <p:spPr>
          <a:xfrm>
            <a:off x="801510" y="3604453"/>
            <a:ext cx="7772400" cy="808074"/>
          </a:xfrm>
          <a:prstGeom prst="rect">
            <a:avLst/>
          </a:prstGeom>
        </p:spPr>
      </p:pic>
    </p:spTree>
    <p:extLst>
      <p:ext uri="{BB962C8B-B14F-4D97-AF65-F5344CB8AC3E}">
        <p14:creationId xmlns:p14="http://schemas.microsoft.com/office/powerpoint/2010/main" val="35794201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a:extLst>
              <a:ext uri="{FF2B5EF4-FFF2-40B4-BE49-F238E27FC236}">
                <a16:creationId xmlns:a16="http://schemas.microsoft.com/office/drawing/2014/main" id="{CE4C9717-A43F-B0B8-2DB6-0F8B45681D36}"/>
              </a:ext>
            </a:extLst>
          </p:cNvPr>
          <p:cNvSpPr txBox="1">
            <a:spLocks/>
          </p:cNvSpPr>
          <p:nvPr/>
        </p:nvSpPr>
        <p:spPr>
          <a:xfrm>
            <a:off x="668692" y="560250"/>
            <a:ext cx="10405707" cy="757130"/>
          </a:xfrm>
          <a:prstGeom prst="rect">
            <a:avLst/>
          </a:prstGeom>
        </p:spPr>
        <p:txBody>
          <a:bodyPr vert="horz" wrap="square" lIns="91440" tIns="45720" rIns="91440" bIns="45720" rtlCol="0" anchor="ctr">
            <a:spAutoFit/>
          </a:bodyPr>
          <a:lstStyle>
            <a:lvl1pPr algn="l" defTabSz="685800" rtl="0" eaLnBrk="1" latinLnBrk="0" hangingPunct="1">
              <a:lnSpc>
                <a:spcPct val="90000"/>
              </a:lnSpc>
              <a:spcBef>
                <a:spcPct val="0"/>
              </a:spcBef>
              <a:buNone/>
              <a:defRPr sz="4800" kern="1200">
                <a:solidFill>
                  <a:schemeClr val="bg1"/>
                </a:solidFill>
                <a:latin typeface="微软雅黑" panose="020B0503020204020204" pitchFamily="34" charset="-122"/>
                <a:ea typeface="微软雅黑" panose="020B0503020204020204" pitchFamily="34" charset="-122"/>
                <a:cs typeface="+mj-cs"/>
              </a:defRPr>
            </a:lvl1pPr>
          </a:lstStyle>
          <a:p>
            <a:r>
              <a:rPr lang="zh-CN" altLang="en-US" sz="4800" b="1" dirty="0">
                <a:latin typeface="Helvetica Neue" panose="02000503000000020004" pitchFamily="2" charset="0"/>
              </a:rPr>
              <a:t>索引使用实战</a:t>
            </a:r>
            <a:endParaRPr lang="zh-CN" altLang="en-US" dirty="0"/>
          </a:p>
        </p:txBody>
      </p:sp>
      <p:sp>
        <p:nvSpPr>
          <p:cNvPr id="3" name="文本框 2">
            <a:extLst>
              <a:ext uri="{FF2B5EF4-FFF2-40B4-BE49-F238E27FC236}">
                <a16:creationId xmlns:a16="http://schemas.microsoft.com/office/drawing/2014/main" id="{B08E4409-B59C-9F40-E49A-3AE2EBC710B9}"/>
              </a:ext>
            </a:extLst>
          </p:cNvPr>
          <p:cNvSpPr txBox="1"/>
          <p:nvPr/>
        </p:nvSpPr>
        <p:spPr>
          <a:xfrm>
            <a:off x="668692" y="1401596"/>
            <a:ext cx="10721798" cy="463204"/>
          </a:xfrm>
          <a:prstGeom prst="rect">
            <a:avLst/>
          </a:prstGeom>
          <a:noFill/>
        </p:spPr>
        <p:txBody>
          <a:bodyPr wrap="square">
            <a:spAutoFit/>
          </a:bodyPr>
          <a:lstStyle/>
          <a:p>
            <a:pPr marL="285750" indent="-285750">
              <a:lnSpc>
                <a:spcPct val="150000"/>
              </a:lnSpc>
              <a:buFontTx/>
              <a:buChar char="-"/>
            </a:pPr>
            <a:r>
              <a:rPr lang="zh-CN" altLang="en-US" b="1" dirty="0">
                <a:solidFill>
                  <a:srgbClr val="FFE79A"/>
                </a:solidFill>
                <a:latin typeface="Helvetica Neue" panose="02000503000000020004" pitchFamily="2" charset="0"/>
              </a:rPr>
              <a:t>第六步：使用 </a:t>
            </a:r>
            <a:r>
              <a:rPr lang="en-US" altLang="zh-CN" b="1" dirty="0">
                <a:solidFill>
                  <a:srgbClr val="FFE79A"/>
                </a:solidFill>
                <a:latin typeface="Helvetica Neue" panose="02000503000000020004" pitchFamily="2" charset="0"/>
              </a:rPr>
              <a:t>MySQL</a:t>
            </a:r>
            <a:r>
              <a:rPr lang="zh-CN" altLang="en-US" b="1" dirty="0">
                <a:solidFill>
                  <a:srgbClr val="FFE79A"/>
                </a:solidFill>
                <a:latin typeface="Helvetica Neue" panose="02000503000000020004" pitchFamily="2" charset="0"/>
              </a:rPr>
              <a:t> 练习数据集</a:t>
            </a:r>
            <a:endParaRPr lang="en-US" altLang="zh-CN" b="1" dirty="0">
              <a:solidFill>
                <a:srgbClr val="FFE79A"/>
              </a:solidFill>
              <a:latin typeface="Helvetica Neue" panose="02000503000000020004" pitchFamily="2" charset="0"/>
            </a:endParaRPr>
          </a:p>
        </p:txBody>
      </p:sp>
      <p:pic>
        <p:nvPicPr>
          <p:cNvPr id="15" name="图片 14">
            <a:extLst>
              <a:ext uri="{FF2B5EF4-FFF2-40B4-BE49-F238E27FC236}">
                <a16:creationId xmlns:a16="http://schemas.microsoft.com/office/drawing/2014/main" id="{565B6C86-0772-FBAA-27A4-4AD18F4AA2FB}"/>
              </a:ext>
            </a:extLst>
          </p:cNvPr>
          <p:cNvPicPr>
            <a:picLocks noChangeAspect="1"/>
          </p:cNvPicPr>
          <p:nvPr/>
        </p:nvPicPr>
        <p:blipFill>
          <a:blip r:embed="rId2"/>
          <a:stretch>
            <a:fillRect/>
          </a:stretch>
        </p:blipFill>
        <p:spPr>
          <a:xfrm>
            <a:off x="772866" y="4119983"/>
            <a:ext cx="4682148" cy="2217426"/>
          </a:xfrm>
          <a:prstGeom prst="rect">
            <a:avLst/>
          </a:prstGeom>
        </p:spPr>
      </p:pic>
      <p:pic>
        <p:nvPicPr>
          <p:cNvPr id="16" name="图片 15">
            <a:extLst>
              <a:ext uri="{FF2B5EF4-FFF2-40B4-BE49-F238E27FC236}">
                <a16:creationId xmlns:a16="http://schemas.microsoft.com/office/drawing/2014/main" id="{308D8B88-C889-9709-105A-D3B8B8009F9C}"/>
              </a:ext>
            </a:extLst>
          </p:cNvPr>
          <p:cNvPicPr>
            <a:picLocks noChangeAspect="1"/>
          </p:cNvPicPr>
          <p:nvPr/>
        </p:nvPicPr>
        <p:blipFill>
          <a:blip r:embed="rId3"/>
          <a:stretch>
            <a:fillRect/>
          </a:stretch>
        </p:blipFill>
        <p:spPr>
          <a:xfrm>
            <a:off x="772866" y="2037102"/>
            <a:ext cx="4682148" cy="1875141"/>
          </a:xfrm>
          <a:prstGeom prst="rect">
            <a:avLst/>
          </a:prstGeom>
        </p:spPr>
      </p:pic>
      <p:sp>
        <p:nvSpPr>
          <p:cNvPr id="17" name="文本框 16">
            <a:extLst>
              <a:ext uri="{FF2B5EF4-FFF2-40B4-BE49-F238E27FC236}">
                <a16:creationId xmlns:a16="http://schemas.microsoft.com/office/drawing/2014/main" id="{F8ED63BE-39DC-848B-B23C-87255574854B}"/>
              </a:ext>
            </a:extLst>
          </p:cNvPr>
          <p:cNvSpPr txBox="1"/>
          <p:nvPr/>
        </p:nvSpPr>
        <p:spPr>
          <a:xfrm>
            <a:off x="5649806" y="2037102"/>
            <a:ext cx="6098498" cy="3362844"/>
          </a:xfrm>
          <a:prstGeom prst="rect">
            <a:avLst/>
          </a:prstGeom>
          <a:noFill/>
        </p:spPr>
        <p:txBody>
          <a:bodyPr wrap="square">
            <a:spAutoFit/>
          </a:bodyPr>
          <a:lstStyle/>
          <a:p>
            <a:pPr marL="285750" indent="-285750">
              <a:lnSpc>
                <a:spcPct val="150000"/>
              </a:lnSpc>
              <a:buFontTx/>
              <a:buChar char="-"/>
            </a:pPr>
            <a:r>
              <a:rPr lang="zh-CN" altLang="en-US" b="1" dirty="0">
                <a:solidFill>
                  <a:srgbClr val="FFE79A"/>
                </a:solidFill>
                <a:latin typeface="Helvetica Neue" panose="02000503000000020004" pitchFamily="2" charset="0"/>
              </a:rPr>
              <a:t>下载代码文件 </a:t>
            </a:r>
            <a:r>
              <a:rPr lang="en" altLang="zh-CN" b="1" dirty="0">
                <a:solidFill>
                  <a:srgbClr val="FFE79A"/>
                </a:solidFill>
                <a:latin typeface="Helvetica Neue" panose="02000503000000020004" pitchFamily="2" charset="0"/>
                <a:hlinkClick r:id="rId4"/>
              </a:rPr>
              <a:t>https://gitcode.net/mirrors/datacharmer/test_db?utm_source=csdn_github_accelerator</a:t>
            </a:r>
            <a:r>
              <a:rPr lang="zh-CN" altLang="en-US" b="1" dirty="0">
                <a:solidFill>
                  <a:srgbClr val="FFE79A"/>
                </a:solidFill>
                <a:latin typeface="Helvetica Neue" panose="02000503000000020004" pitchFamily="2" charset="0"/>
              </a:rPr>
              <a:t> </a:t>
            </a:r>
            <a:endParaRPr lang="en-US" altLang="zh-CN" b="1" dirty="0">
              <a:solidFill>
                <a:srgbClr val="FFE79A"/>
              </a:solidFill>
              <a:latin typeface="Helvetica Neue" panose="02000503000000020004" pitchFamily="2" charset="0"/>
            </a:endParaRPr>
          </a:p>
          <a:p>
            <a:pPr>
              <a:lnSpc>
                <a:spcPct val="150000"/>
              </a:lnSpc>
            </a:pPr>
            <a:r>
              <a:rPr lang="en" altLang="zh-CN" b="1" dirty="0">
                <a:solidFill>
                  <a:srgbClr val="FFE79A"/>
                </a:solidFill>
                <a:latin typeface="Helvetica Neue" panose="02000503000000020004" pitchFamily="2" charset="0"/>
              </a:rPr>
              <a:t>    Windows</a:t>
            </a:r>
            <a:r>
              <a:rPr lang="zh-CN" altLang="en-US" b="1" dirty="0">
                <a:solidFill>
                  <a:srgbClr val="FFE79A"/>
                </a:solidFill>
                <a:latin typeface="Helvetica Neue" panose="02000503000000020004" pitchFamily="2" charset="0"/>
              </a:rPr>
              <a:t> 下载 </a:t>
            </a:r>
            <a:r>
              <a:rPr lang="en-US" altLang="zh-CN" b="1" dirty="0">
                <a:solidFill>
                  <a:srgbClr val="FFE79A"/>
                </a:solidFill>
                <a:latin typeface="Helvetica Neue" panose="02000503000000020004" pitchFamily="2" charset="0"/>
              </a:rPr>
              <a:t>zip</a:t>
            </a:r>
            <a:r>
              <a:rPr lang="zh-CN" altLang="en-US" b="1" dirty="0">
                <a:solidFill>
                  <a:srgbClr val="FFE79A"/>
                </a:solidFill>
                <a:latin typeface="Helvetica Neue" panose="02000503000000020004" pitchFamily="2" charset="0"/>
              </a:rPr>
              <a:t>、</a:t>
            </a:r>
            <a:r>
              <a:rPr lang="en-US" altLang="zh-CN" b="1" dirty="0">
                <a:solidFill>
                  <a:srgbClr val="FFE79A"/>
                </a:solidFill>
                <a:latin typeface="Helvetica Neue" panose="02000503000000020004" pitchFamily="2" charset="0"/>
              </a:rPr>
              <a:t>MacOS</a:t>
            </a:r>
            <a:r>
              <a:rPr lang="zh-CN" altLang="en-US" b="1" dirty="0">
                <a:solidFill>
                  <a:srgbClr val="FFE79A"/>
                </a:solidFill>
                <a:latin typeface="Helvetica Neue" panose="02000503000000020004" pitchFamily="2" charset="0"/>
              </a:rPr>
              <a:t> 下载 </a:t>
            </a:r>
            <a:r>
              <a:rPr lang="en-US" altLang="zh-CN" b="1" dirty="0" err="1">
                <a:solidFill>
                  <a:srgbClr val="FFE79A"/>
                </a:solidFill>
                <a:latin typeface="Helvetica Neue" panose="02000503000000020004" pitchFamily="2" charset="0"/>
              </a:rPr>
              <a:t>tar.gz</a:t>
            </a:r>
            <a:endParaRPr lang="en" altLang="zh-CN" b="1" dirty="0">
              <a:solidFill>
                <a:srgbClr val="FFE79A"/>
              </a:solidFill>
              <a:latin typeface="Helvetica Neue" panose="02000503000000020004" pitchFamily="2" charset="0"/>
            </a:endParaRPr>
          </a:p>
          <a:p>
            <a:pPr marL="285750" indent="-285750">
              <a:lnSpc>
                <a:spcPct val="150000"/>
              </a:lnSpc>
              <a:buFontTx/>
              <a:buChar char="-"/>
            </a:pPr>
            <a:r>
              <a:rPr lang="zh-CN" altLang="en-US" b="1" dirty="0">
                <a:solidFill>
                  <a:srgbClr val="FFE79A"/>
                </a:solidFill>
                <a:latin typeface="Helvetica Neue" panose="02000503000000020004" pitchFamily="2" charset="0"/>
              </a:rPr>
              <a:t>解压缩文件</a:t>
            </a:r>
            <a:endParaRPr lang="en-US" altLang="zh-CN" b="1" dirty="0">
              <a:solidFill>
                <a:srgbClr val="FFE79A"/>
              </a:solidFill>
              <a:latin typeface="Helvetica Neue" panose="02000503000000020004" pitchFamily="2" charset="0"/>
            </a:endParaRPr>
          </a:p>
          <a:p>
            <a:pPr marL="285750" indent="-285750">
              <a:lnSpc>
                <a:spcPct val="150000"/>
              </a:lnSpc>
              <a:buFontTx/>
              <a:buChar char="-"/>
            </a:pPr>
            <a:r>
              <a:rPr lang="zh-CN" altLang="en-US" b="1" dirty="0">
                <a:solidFill>
                  <a:srgbClr val="FFE79A"/>
                </a:solidFill>
                <a:latin typeface="Helvetica Neue" panose="02000503000000020004" pitchFamily="2" charset="0"/>
              </a:rPr>
              <a:t>进入文件目录下，执行</a:t>
            </a:r>
            <a:r>
              <a:rPr lang="en-US" altLang="zh-CN" b="1" dirty="0">
                <a:solidFill>
                  <a:srgbClr val="FFE79A"/>
                </a:solidFill>
                <a:latin typeface="Helvetica Neue" panose="02000503000000020004" pitchFamily="2" charset="0"/>
              </a:rPr>
              <a:t> </a:t>
            </a:r>
          </a:p>
          <a:p>
            <a:pPr>
              <a:lnSpc>
                <a:spcPct val="150000"/>
              </a:lnSpc>
            </a:pPr>
            <a:r>
              <a:rPr lang="en" altLang="zh-CN" dirty="0">
                <a:solidFill>
                  <a:schemeClr val="bg1"/>
                </a:solidFill>
                <a:effectLst/>
                <a:latin typeface="Menlo" panose="020B0609030804020204" pitchFamily="49" charset="0"/>
              </a:rPr>
              <a:t>  </a:t>
            </a:r>
            <a:r>
              <a:rPr lang="en" altLang="zh-CN" dirty="0" err="1">
                <a:solidFill>
                  <a:schemeClr val="bg1"/>
                </a:solidFill>
                <a:effectLst/>
                <a:latin typeface="Menlo" panose="020B0609030804020204" pitchFamily="49" charset="0"/>
              </a:rPr>
              <a:t>mysql</a:t>
            </a:r>
            <a:r>
              <a:rPr lang="en" altLang="zh-CN" dirty="0">
                <a:solidFill>
                  <a:schemeClr val="bg1"/>
                </a:solidFill>
                <a:effectLst/>
                <a:latin typeface="Menlo" panose="020B0609030804020204" pitchFamily="49" charset="0"/>
              </a:rPr>
              <a:t> -</a:t>
            </a:r>
            <a:r>
              <a:rPr lang="en" altLang="zh-CN" dirty="0" err="1">
                <a:solidFill>
                  <a:schemeClr val="bg1"/>
                </a:solidFill>
                <a:effectLst/>
                <a:latin typeface="Menlo" panose="020B0609030804020204" pitchFamily="49" charset="0"/>
              </a:rPr>
              <a:t>uroot</a:t>
            </a:r>
            <a:r>
              <a:rPr lang="en" altLang="zh-CN" dirty="0">
                <a:solidFill>
                  <a:schemeClr val="bg1"/>
                </a:solidFill>
                <a:effectLst/>
                <a:latin typeface="Menlo" panose="020B0609030804020204" pitchFamily="49" charset="0"/>
              </a:rPr>
              <a:t> -p &lt; </a:t>
            </a:r>
            <a:r>
              <a:rPr lang="en" altLang="zh-CN" dirty="0" err="1">
                <a:solidFill>
                  <a:schemeClr val="bg1"/>
                </a:solidFill>
                <a:effectLst/>
                <a:latin typeface="Menlo" panose="020B0609030804020204" pitchFamily="49" charset="0"/>
              </a:rPr>
              <a:t>employees.sql</a:t>
            </a:r>
            <a:endParaRPr lang="en" altLang="zh-CN" dirty="0">
              <a:solidFill>
                <a:schemeClr val="bg1"/>
              </a:solidFill>
              <a:effectLst/>
              <a:latin typeface="Menlo" panose="020B0609030804020204" pitchFamily="49" charset="0"/>
            </a:endParaRPr>
          </a:p>
          <a:p>
            <a:pPr marL="285750" indent="-285750">
              <a:lnSpc>
                <a:spcPct val="150000"/>
              </a:lnSpc>
              <a:buFontTx/>
              <a:buChar char="-"/>
            </a:pPr>
            <a:endParaRPr lang="en-US" altLang="zh-CN" b="1" dirty="0">
              <a:solidFill>
                <a:srgbClr val="FFE79A"/>
              </a:solidFill>
              <a:latin typeface="Helvetica Neue" panose="02000503000000020004" pitchFamily="2" charset="0"/>
            </a:endParaRPr>
          </a:p>
        </p:txBody>
      </p:sp>
    </p:spTree>
    <p:extLst>
      <p:ext uri="{BB962C8B-B14F-4D97-AF65-F5344CB8AC3E}">
        <p14:creationId xmlns:p14="http://schemas.microsoft.com/office/powerpoint/2010/main" val="31274101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a:extLst>
              <a:ext uri="{FF2B5EF4-FFF2-40B4-BE49-F238E27FC236}">
                <a16:creationId xmlns:a16="http://schemas.microsoft.com/office/drawing/2014/main" id="{CE4C9717-A43F-B0B8-2DB6-0F8B45681D36}"/>
              </a:ext>
            </a:extLst>
          </p:cNvPr>
          <p:cNvSpPr txBox="1">
            <a:spLocks/>
          </p:cNvSpPr>
          <p:nvPr/>
        </p:nvSpPr>
        <p:spPr>
          <a:xfrm>
            <a:off x="668692" y="560250"/>
            <a:ext cx="10405707" cy="757130"/>
          </a:xfrm>
          <a:prstGeom prst="rect">
            <a:avLst/>
          </a:prstGeom>
        </p:spPr>
        <p:txBody>
          <a:bodyPr vert="horz" wrap="square" lIns="91440" tIns="45720" rIns="91440" bIns="45720" rtlCol="0" anchor="ctr">
            <a:spAutoFit/>
          </a:bodyPr>
          <a:lstStyle>
            <a:lvl1pPr algn="l" defTabSz="685800" rtl="0" eaLnBrk="1" latinLnBrk="0" hangingPunct="1">
              <a:lnSpc>
                <a:spcPct val="90000"/>
              </a:lnSpc>
              <a:spcBef>
                <a:spcPct val="0"/>
              </a:spcBef>
              <a:buNone/>
              <a:defRPr sz="4800" kern="1200">
                <a:solidFill>
                  <a:schemeClr val="bg1"/>
                </a:solidFill>
                <a:latin typeface="微软雅黑" panose="020B0503020204020204" pitchFamily="34" charset="-122"/>
                <a:ea typeface="微软雅黑" panose="020B0503020204020204" pitchFamily="34" charset="-122"/>
                <a:cs typeface="+mj-cs"/>
              </a:defRPr>
            </a:lvl1pPr>
          </a:lstStyle>
          <a:p>
            <a:r>
              <a:rPr lang="zh-CN" altLang="en-US" sz="4800" b="1" dirty="0">
                <a:latin typeface="Helvetica Neue" panose="02000503000000020004" pitchFamily="2" charset="0"/>
              </a:rPr>
              <a:t>索引使用实战</a:t>
            </a:r>
            <a:endParaRPr lang="zh-CN" altLang="en-US" dirty="0"/>
          </a:p>
        </p:txBody>
      </p:sp>
      <p:sp>
        <p:nvSpPr>
          <p:cNvPr id="3" name="文本框 2">
            <a:extLst>
              <a:ext uri="{FF2B5EF4-FFF2-40B4-BE49-F238E27FC236}">
                <a16:creationId xmlns:a16="http://schemas.microsoft.com/office/drawing/2014/main" id="{B08E4409-B59C-9F40-E49A-3AE2EBC710B9}"/>
              </a:ext>
            </a:extLst>
          </p:cNvPr>
          <p:cNvSpPr txBox="1"/>
          <p:nvPr/>
        </p:nvSpPr>
        <p:spPr>
          <a:xfrm>
            <a:off x="668692" y="1401596"/>
            <a:ext cx="10721798" cy="2531847"/>
          </a:xfrm>
          <a:prstGeom prst="rect">
            <a:avLst/>
          </a:prstGeom>
          <a:noFill/>
        </p:spPr>
        <p:txBody>
          <a:bodyPr wrap="square">
            <a:spAutoFit/>
          </a:bodyPr>
          <a:lstStyle/>
          <a:p>
            <a:pPr marL="285750" indent="-285750">
              <a:lnSpc>
                <a:spcPct val="150000"/>
              </a:lnSpc>
              <a:buFontTx/>
              <a:buChar char="-"/>
            </a:pPr>
            <a:r>
              <a:rPr lang="zh-CN" altLang="en-US" b="1" dirty="0">
                <a:solidFill>
                  <a:srgbClr val="FFE79A"/>
                </a:solidFill>
                <a:latin typeface="Helvetica Neue" panose="02000503000000020004" pitchFamily="2" charset="0"/>
              </a:rPr>
              <a:t>第七步：在没有索引时查询</a:t>
            </a:r>
            <a:endParaRPr lang="en-US" altLang="zh-CN" b="1" dirty="0">
              <a:solidFill>
                <a:srgbClr val="FFE79A"/>
              </a:solidFill>
              <a:latin typeface="Helvetica Neue" panose="02000503000000020004" pitchFamily="2" charset="0"/>
            </a:endParaRPr>
          </a:p>
          <a:p>
            <a:pPr>
              <a:lnSpc>
                <a:spcPct val="150000"/>
              </a:lnSpc>
            </a:pPr>
            <a:endParaRPr lang="en-US" altLang="zh-CN" b="1" dirty="0">
              <a:solidFill>
                <a:srgbClr val="FFE79A"/>
              </a:solidFill>
              <a:latin typeface="Helvetica Neue" panose="02000503000000020004" pitchFamily="2" charset="0"/>
            </a:endParaRPr>
          </a:p>
          <a:p>
            <a:pPr>
              <a:lnSpc>
                <a:spcPct val="150000"/>
              </a:lnSpc>
            </a:pPr>
            <a:endParaRPr lang="en-US" altLang="zh-CN" b="1" dirty="0">
              <a:solidFill>
                <a:srgbClr val="FFE79A"/>
              </a:solidFill>
              <a:latin typeface="Helvetica Neue" panose="02000503000000020004" pitchFamily="2" charset="0"/>
            </a:endParaRPr>
          </a:p>
          <a:p>
            <a:pPr>
              <a:lnSpc>
                <a:spcPct val="150000"/>
              </a:lnSpc>
            </a:pPr>
            <a:endParaRPr lang="en-US" altLang="zh-CN" b="1" dirty="0">
              <a:solidFill>
                <a:srgbClr val="FFE79A"/>
              </a:solidFill>
              <a:latin typeface="Helvetica Neue" panose="02000503000000020004" pitchFamily="2" charset="0"/>
            </a:endParaRPr>
          </a:p>
          <a:p>
            <a:pPr>
              <a:lnSpc>
                <a:spcPct val="150000"/>
              </a:lnSpc>
            </a:pPr>
            <a:endParaRPr lang="en-US" altLang="zh-CN" b="1" dirty="0">
              <a:solidFill>
                <a:srgbClr val="FFE79A"/>
              </a:solidFill>
              <a:latin typeface="Helvetica Neue" panose="02000503000000020004" pitchFamily="2" charset="0"/>
            </a:endParaRPr>
          </a:p>
          <a:p>
            <a:pPr>
              <a:lnSpc>
                <a:spcPct val="150000"/>
              </a:lnSpc>
            </a:pPr>
            <a:endParaRPr lang="en-US" altLang="zh-CN" b="1" dirty="0">
              <a:solidFill>
                <a:srgbClr val="FFE79A"/>
              </a:solidFill>
              <a:latin typeface="Helvetica Neue" panose="02000503000000020004" pitchFamily="2" charset="0"/>
            </a:endParaRPr>
          </a:p>
        </p:txBody>
      </p:sp>
      <p:pic>
        <p:nvPicPr>
          <p:cNvPr id="2" name="图片 1">
            <a:extLst>
              <a:ext uri="{FF2B5EF4-FFF2-40B4-BE49-F238E27FC236}">
                <a16:creationId xmlns:a16="http://schemas.microsoft.com/office/drawing/2014/main" id="{039FED24-B2C6-E741-1346-FAC38AF56D50}"/>
              </a:ext>
            </a:extLst>
          </p:cNvPr>
          <p:cNvPicPr>
            <a:picLocks noChangeAspect="1"/>
          </p:cNvPicPr>
          <p:nvPr/>
        </p:nvPicPr>
        <p:blipFill>
          <a:blip r:embed="rId2"/>
          <a:stretch>
            <a:fillRect/>
          </a:stretch>
        </p:blipFill>
        <p:spPr>
          <a:xfrm>
            <a:off x="668692" y="1941261"/>
            <a:ext cx="9217427" cy="3116876"/>
          </a:xfrm>
          <a:prstGeom prst="rect">
            <a:avLst/>
          </a:prstGeom>
        </p:spPr>
      </p:pic>
    </p:spTree>
    <p:extLst>
      <p:ext uri="{BB962C8B-B14F-4D97-AF65-F5344CB8AC3E}">
        <p14:creationId xmlns:p14="http://schemas.microsoft.com/office/powerpoint/2010/main" val="13109841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a:extLst>
              <a:ext uri="{FF2B5EF4-FFF2-40B4-BE49-F238E27FC236}">
                <a16:creationId xmlns:a16="http://schemas.microsoft.com/office/drawing/2014/main" id="{CE4C9717-A43F-B0B8-2DB6-0F8B45681D36}"/>
              </a:ext>
            </a:extLst>
          </p:cNvPr>
          <p:cNvSpPr txBox="1">
            <a:spLocks/>
          </p:cNvSpPr>
          <p:nvPr/>
        </p:nvSpPr>
        <p:spPr>
          <a:xfrm>
            <a:off x="668692" y="560250"/>
            <a:ext cx="10405707" cy="757130"/>
          </a:xfrm>
          <a:prstGeom prst="rect">
            <a:avLst/>
          </a:prstGeom>
        </p:spPr>
        <p:txBody>
          <a:bodyPr vert="horz" wrap="square" lIns="91440" tIns="45720" rIns="91440" bIns="45720" rtlCol="0" anchor="ctr">
            <a:spAutoFit/>
          </a:bodyPr>
          <a:lstStyle>
            <a:lvl1pPr algn="l" defTabSz="685800" rtl="0" eaLnBrk="1" latinLnBrk="0" hangingPunct="1">
              <a:lnSpc>
                <a:spcPct val="90000"/>
              </a:lnSpc>
              <a:spcBef>
                <a:spcPct val="0"/>
              </a:spcBef>
              <a:buNone/>
              <a:defRPr sz="4800" kern="1200">
                <a:solidFill>
                  <a:schemeClr val="bg1"/>
                </a:solidFill>
                <a:latin typeface="微软雅黑" panose="020B0503020204020204" pitchFamily="34" charset="-122"/>
                <a:ea typeface="微软雅黑" panose="020B0503020204020204" pitchFamily="34" charset="-122"/>
                <a:cs typeface="+mj-cs"/>
              </a:defRPr>
            </a:lvl1pPr>
          </a:lstStyle>
          <a:p>
            <a:r>
              <a:rPr lang="zh-CN" altLang="en-US" sz="4800" b="1" dirty="0">
                <a:latin typeface="Helvetica Neue" panose="02000503000000020004" pitchFamily="2" charset="0"/>
              </a:rPr>
              <a:t>索引使用实战</a:t>
            </a:r>
            <a:endParaRPr lang="zh-CN" altLang="en-US" dirty="0"/>
          </a:p>
        </p:txBody>
      </p:sp>
      <p:sp>
        <p:nvSpPr>
          <p:cNvPr id="3" name="文本框 2">
            <a:extLst>
              <a:ext uri="{FF2B5EF4-FFF2-40B4-BE49-F238E27FC236}">
                <a16:creationId xmlns:a16="http://schemas.microsoft.com/office/drawing/2014/main" id="{B08E4409-B59C-9F40-E49A-3AE2EBC710B9}"/>
              </a:ext>
            </a:extLst>
          </p:cNvPr>
          <p:cNvSpPr txBox="1"/>
          <p:nvPr/>
        </p:nvSpPr>
        <p:spPr>
          <a:xfrm>
            <a:off x="668692" y="1401596"/>
            <a:ext cx="10721798" cy="463204"/>
          </a:xfrm>
          <a:prstGeom prst="rect">
            <a:avLst/>
          </a:prstGeom>
          <a:noFill/>
        </p:spPr>
        <p:txBody>
          <a:bodyPr wrap="square">
            <a:spAutoFit/>
          </a:bodyPr>
          <a:lstStyle/>
          <a:p>
            <a:pPr marL="285750" indent="-285750">
              <a:lnSpc>
                <a:spcPct val="150000"/>
              </a:lnSpc>
              <a:buFontTx/>
              <a:buChar char="-"/>
            </a:pPr>
            <a:r>
              <a:rPr lang="zh-CN" altLang="en-US" b="1" dirty="0">
                <a:solidFill>
                  <a:srgbClr val="FFE79A"/>
                </a:solidFill>
                <a:latin typeface="Helvetica Neue" panose="02000503000000020004" pitchFamily="2" charset="0"/>
              </a:rPr>
              <a:t>第八步：创建索引并执行查询</a:t>
            </a:r>
            <a:endParaRPr lang="en-US" altLang="zh-CN" b="1" dirty="0">
              <a:solidFill>
                <a:srgbClr val="FFE79A"/>
              </a:solidFill>
              <a:latin typeface="Helvetica Neue" panose="02000503000000020004" pitchFamily="2" charset="0"/>
            </a:endParaRPr>
          </a:p>
        </p:txBody>
      </p:sp>
      <p:pic>
        <p:nvPicPr>
          <p:cNvPr id="4" name="图片 3">
            <a:extLst>
              <a:ext uri="{FF2B5EF4-FFF2-40B4-BE49-F238E27FC236}">
                <a16:creationId xmlns:a16="http://schemas.microsoft.com/office/drawing/2014/main" id="{C6ECC73B-74AE-47AA-97BE-036EA5AD4695}"/>
              </a:ext>
            </a:extLst>
          </p:cNvPr>
          <p:cNvPicPr>
            <a:picLocks noChangeAspect="1"/>
          </p:cNvPicPr>
          <p:nvPr/>
        </p:nvPicPr>
        <p:blipFill>
          <a:blip r:embed="rId2"/>
          <a:stretch>
            <a:fillRect/>
          </a:stretch>
        </p:blipFill>
        <p:spPr>
          <a:xfrm>
            <a:off x="668691" y="1980343"/>
            <a:ext cx="8105433" cy="878603"/>
          </a:xfrm>
          <a:prstGeom prst="rect">
            <a:avLst/>
          </a:prstGeom>
        </p:spPr>
      </p:pic>
      <p:pic>
        <p:nvPicPr>
          <p:cNvPr id="5" name="图片 4">
            <a:extLst>
              <a:ext uri="{FF2B5EF4-FFF2-40B4-BE49-F238E27FC236}">
                <a16:creationId xmlns:a16="http://schemas.microsoft.com/office/drawing/2014/main" id="{AB6B469E-37CE-3720-A4C0-E7E21C57D549}"/>
              </a:ext>
            </a:extLst>
          </p:cNvPr>
          <p:cNvPicPr>
            <a:picLocks noChangeAspect="1"/>
          </p:cNvPicPr>
          <p:nvPr/>
        </p:nvPicPr>
        <p:blipFill>
          <a:blip r:embed="rId3"/>
          <a:stretch>
            <a:fillRect/>
          </a:stretch>
        </p:blipFill>
        <p:spPr>
          <a:xfrm>
            <a:off x="668690" y="3158453"/>
            <a:ext cx="8100697" cy="2617314"/>
          </a:xfrm>
          <a:prstGeom prst="rect">
            <a:avLst/>
          </a:prstGeom>
        </p:spPr>
      </p:pic>
      <p:sp>
        <p:nvSpPr>
          <p:cNvPr id="2" name="文本框 1">
            <a:extLst>
              <a:ext uri="{FF2B5EF4-FFF2-40B4-BE49-F238E27FC236}">
                <a16:creationId xmlns:a16="http://schemas.microsoft.com/office/drawing/2014/main" id="{76B35723-3A80-45A8-D54E-D340ECDA3D3C}"/>
              </a:ext>
            </a:extLst>
          </p:cNvPr>
          <p:cNvSpPr txBox="1"/>
          <p:nvPr/>
        </p:nvSpPr>
        <p:spPr>
          <a:xfrm>
            <a:off x="668690" y="5843672"/>
            <a:ext cx="10721798" cy="463204"/>
          </a:xfrm>
          <a:prstGeom prst="rect">
            <a:avLst/>
          </a:prstGeom>
          <a:noFill/>
        </p:spPr>
        <p:txBody>
          <a:bodyPr wrap="square">
            <a:spAutoFit/>
          </a:bodyPr>
          <a:lstStyle/>
          <a:p>
            <a:pPr>
              <a:lnSpc>
                <a:spcPct val="150000"/>
              </a:lnSpc>
            </a:pPr>
            <a:r>
              <a:rPr lang="zh-CN" altLang="en-US" b="1" dirty="0">
                <a:solidFill>
                  <a:srgbClr val="FFE79A"/>
                </a:solidFill>
                <a:latin typeface="Helvetica Neue" panose="02000503000000020004" pitchFamily="2" charset="0"/>
              </a:rPr>
              <a:t>创建索引后查询耗时变短。</a:t>
            </a:r>
            <a:endParaRPr lang="en-US" altLang="zh-CN" b="1" dirty="0">
              <a:solidFill>
                <a:srgbClr val="FFE79A"/>
              </a:solidFill>
              <a:latin typeface="Helvetica Neue" panose="02000503000000020004" pitchFamily="2" charset="0"/>
            </a:endParaRPr>
          </a:p>
        </p:txBody>
      </p:sp>
    </p:spTree>
    <p:extLst>
      <p:ext uri="{BB962C8B-B14F-4D97-AF65-F5344CB8AC3E}">
        <p14:creationId xmlns:p14="http://schemas.microsoft.com/office/powerpoint/2010/main" val="29118368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a:extLst>
              <a:ext uri="{FF2B5EF4-FFF2-40B4-BE49-F238E27FC236}">
                <a16:creationId xmlns:a16="http://schemas.microsoft.com/office/drawing/2014/main" id="{CE4C9717-A43F-B0B8-2DB6-0F8B45681D36}"/>
              </a:ext>
            </a:extLst>
          </p:cNvPr>
          <p:cNvSpPr txBox="1">
            <a:spLocks/>
          </p:cNvSpPr>
          <p:nvPr/>
        </p:nvSpPr>
        <p:spPr>
          <a:xfrm>
            <a:off x="668692" y="560250"/>
            <a:ext cx="10405707" cy="757130"/>
          </a:xfrm>
          <a:prstGeom prst="rect">
            <a:avLst/>
          </a:prstGeom>
        </p:spPr>
        <p:txBody>
          <a:bodyPr vert="horz" wrap="square" lIns="91440" tIns="45720" rIns="91440" bIns="45720" rtlCol="0" anchor="ctr">
            <a:spAutoFit/>
          </a:bodyPr>
          <a:lstStyle>
            <a:lvl1pPr algn="l" defTabSz="685800" rtl="0" eaLnBrk="1" latinLnBrk="0" hangingPunct="1">
              <a:lnSpc>
                <a:spcPct val="90000"/>
              </a:lnSpc>
              <a:spcBef>
                <a:spcPct val="0"/>
              </a:spcBef>
              <a:buNone/>
              <a:defRPr sz="4800" kern="1200">
                <a:solidFill>
                  <a:schemeClr val="bg1"/>
                </a:solidFill>
                <a:latin typeface="微软雅黑" panose="020B0503020204020204" pitchFamily="34" charset="-122"/>
                <a:ea typeface="微软雅黑" panose="020B0503020204020204" pitchFamily="34" charset="-122"/>
                <a:cs typeface="+mj-cs"/>
              </a:defRPr>
            </a:lvl1pPr>
          </a:lstStyle>
          <a:p>
            <a:r>
              <a:rPr lang="zh-CN" altLang="en-US" sz="4800" b="1" dirty="0">
                <a:latin typeface="Helvetica Neue" panose="02000503000000020004" pitchFamily="2" charset="0"/>
              </a:rPr>
              <a:t>索引使用实战</a:t>
            </a:r>
            <a:endParaRPr lang="zh-CN" altLang="en-US" dirty="0"/>
          </a:p>
        </p:txBody>
      </p:sp>
      <p:sp>
        <p:nvSpPr>
          <p:cNvPr id="3" name="文本框 2">
            <a:extLst>
              <a:ext uri="{FF2B5EF4-FFF2-40B4-BE49-F238E27FC236}">
                <a16:creationId xmlns:a16="http://schemas.microsoft.com/office/drawing/2014/main" id="{B08E4409-B59C-9F40-E49A-3AE2EBC710B9}"/>
              </a:ext>
            </a:extLst>
          </p:cNvPr>
          <p:cNvSpPr txBox="1"/>
          <p:nvPr/>
        </p:nvSpPr>
        <p:spPr>
          <a:xfrm>
            <a:off x="668692" y="1401596"/>
            <a:ext cx="10721798" cy="878702"/>
          </a:xfrm>
          <a:prstGeom prst="rect">
            <a:avLst/>
          </a:prstGeom>
          <a:noFill/>
        </p:spPr>
        <p:txBody>
          <a:bodyPr wrap="square">
            <a:spAutoFit/>
          </a:bodyPr>
          <a:lstStyle/>
          <a:p>
            <a:pPr marL="285750" indent="-285750">
              <a:lnSpc>
                <a:spcPct val="150000"/>
              </a:lnSpc>
              <a:buFontTx/>
              <a:buChar char="-"/>
            </a:pPr>
            <a:r>
              <a:rPr lang="zh-CN" altLang="en-US" b="1" dirty="0">
                <a:solidFill>
                  <a:srgbClr val="FFE79A"/>
                </a:solidFill>
                <a:latin typeface="Helvetica Neue" panose="02000503000000020004" pitchFamily="2" charset="0"/>
              </a:rPr>
              <a:t>第九步：使用 </a:t>
            </a:r>
            <a:r>
              <a:rPr lang="en-US" altLang="zh-CN" b="1" dirty="0">
                <a:solidFill>
                  <a:srgbClr val="FFE79A"/>
                </a:solidFill>
                <a:latin typeface="Helvetica Neue" panose="02000503000000020004" pitchFamily="2" charset="0"/>
              </a:rPr>
              <a:t>explain</a:t>
            </a:r>
            <a:r>
              <a:rPr lang="zh-CN" altLang="en-US" b="1" dirty="0">
                <a:solidFill>
                  <a:srgbClr val="FFE79A"/>
                </a:solidFill>
                <a:latin typeface="Helvetica Neue" panose="02000503000000020004" pitchFamily="2" charset="0"/>
              </a:rPr>
              <a:t> 分析查询语句</a:t>
            </a:r>
            <a:endParaRPr lang="en-US" altLang="zh-CN" b="1" dirty="0">
              <a:solidFill>
                <a:srgbClr val="FFE79A"/>
              </a:solidFill>
              <a:latin typeface="Helvetica Neue" panose="02000503000000020004" pitchFamily="2" charset="0"/>
            </a:endParaRPr>
          </a:p>
          <a:p>
            <a:pPr>
              <a:lnSpc>
                <a:spcPct val="150000"/>
              </a:lnSpc>
            </a:pPr>
            <a:r>
              <a:rPr lang="en-US" altLang="zh-CN" b="1" dirty="0">
                <a:solidFill>
                  <a:srgbClr val="FFE79A"/>
                </a:solidFill>
                <a:latin typeface="Helvetica Neue" panose="02000503000000020004" pitchFamily="2" charset="0"/>
              </a:rPr>
              <a:t>key</a:t>
            </a:r>
            <a:r>
              <a:rPr lang="zh-CN" altLang="en-US" b="1" dirty="0">
                <a:solidFill>
                  <a:srgbClr val="FFE79A"/>
                </a:solidFill>
                <a:latin typeface="Helvetica Neue" panose="02000503000000020004" pitchFamily="2" charset="0"/>
              </a:rPr>
              <a:t> 表示本次查询使用的索引，</a:t>
            </a:r>
            <a:r>
              <a:rPr lang="en-US" altLang="zh-CN" b="1" dirty="0">
                <a:solidFill>
                  <a:srgbClr val="FFE79A"/>
                </a:solidFill>
                <a:latin typeface="Helvetica Neue" panose="02000503000000020004" pitchFamily="2" charset="0"/>
              </a:rPr>
              <a:t>rows</a:t>
            </a:r>
            <a:r>
              <a:rPr lang="zh-CN" altLang="en-US" b="1" dirty="0">
                <a:solidFill>
                  <a:srgbClr val="FFE79A"/>
                </a:solidFill>
                <a:latin typeface="Helvetica Neue" panose="02000503000000020004" pitchFamily="2" charset="0"/>
              </a:rPr>
              <a:t> 表示查询扫描行数。</a:t>
            </a:r>
            <a:endParaRPr lang="en-US" altLang="zh-CN" b="1" dirty="0">
              <a:solidFill>
                <a:srgbClr val="FFE79A"/>
              </a:solidFill>
              <a:latin typeface="Helvetica Neue" panose="02000503000000020004" pitchFamily="2" charset="0"/>
            </a:endParaRPr>
          </a:p>
        </p:txBody>
      </p:sp>
      <p:pic>
        <p:nvPicPr>
          <p:cNvPr id="6" name="图片 5">
            <a:extLst>
              <a:ext uri="{FF2B5EF4-FFF2-40B4-BE49-F238E27FC236}">
                <a16:creationId xmlns:a16="http://schemas.microsoft.com/office/drawing/2014/main" id="{851962D5-399C-0E23-03B4-66DDB973366B}"/>
              </a:ext>
            </a:extLst>
          </p:cNvPr>
          <p:cNvPicPr>
            <a:picLocks noChangeAspect="1"/>
          </p:cNvPicPr>
          <p:nvPr/>
        </p:nvPicPr>
        <p:blipFill>
          <a:blip r:embed="rId2"/>
          <a:stretch>
            <a:fillRect/>
          </a:stretch>
        </p:blipFill>
        <p:spPr>
          <a:xfrm>
            <a:off x="668692" y="2355666"/>
            <a:ext cx="8527674" cy="994181"/>
          </a:xfrm>
          <a:prstGeom prst="rect">
            <a:avLst/>
          </a:prstGeom>
        </p:spPr>
      </p:pic>
      <p:sp>
        <p:nvSpPr>
          <p:cNvPr id="7" name="文本框 6">
            <a:extLst>
              <a:ext uri="{FF2B5EF4-FFF2-40B4-BE49-F238E27FC236}">
                <a16:creationId xmlns:a16="http://schemas.microsoft.com/office/drawing/2014/main" id="{48C2168B-F79E-50CF-ECDB-27277ACA1C34}"/>
              </a:ext>
            </a:extLst>
          </p:cNvPr>
          <p:cNvSpPr txBox="1"/>
          <p:nvPr/>
        </p:nvSpPr>
        <p:spPr>
          <a:xfrm>
            <a:off x="668692" y="3652058"/>
            <a:ext cx="10721798" cy="878702"/>
          </a:xfrm>
          <a:prstGeom prst="rect">
            <a:avLst/>
          </a:prstGeom>
          <a:noFill/>
        </p:spPr>
        <p:txBody>
          <a:bodyPr wrap="square">
            <a:spAutoFit/>
          </a:bodyPr>
          <a:lstStyle/>
          <a:p>
            <a:pPr marL="285750" indent="-285750">
              <a:lnSpc>
                <a:spcPct val="150000"/>
              </a:lnSpc>
              <a:buFontTx/>
              <a:buChar char="-"/>
            </a:pPr>
            <a:r>
              <a:rPr lang="zh-CN" altLang="en-US" b="1" dirty="0">
                <a:solidFill>
                  <a:srgbClr val="FFE79A"/>
                </a:solidFill>
                <a:latin typeface="Helvetica Neue" panose="02000503000000020004" pitchFamily="2" charset="0"/>
              </a:rPr>
              <a:t>第十步：删除索引，再次使用 </a:t>
            </a:r>
            <a:r>
              <a:rPr lang="en-US" altLang="zh-CN" b="1" dirty="0">
                <a:solidFill>
                  <a:srgbClr val="FFE79A"/>
                </a:solidFill>
                <a:latin typeface="Helvetica Neue" panose="02000503000000020004" pitchFamily="2" charset="0"/>
              </a:rPr>
              <a:t>explain</a:t>
            </a:r>
            <a:r>
              <a:rPr lang="zh-CN" altLang="en-US" b="1" dirty="0">
                <a:solidFill>
                  <a:srgbClr val="FFE79A"/>
                </a:solidFill>
                <a:latin typeface="Helvetica Neue" panose="02000503000000020004" pitchFamily="2" charset="0"/>
              </a:rPr>
              <a:t> 分析查询语句</a:t>
            </a:r>
            <a:endParaRPr lang="en-US" altLang="zh-CN" b="1" dirty="0">
              <a:solidFill>
                <a:srgbClr val="FFE79A"/>
              </a:solidFill>
              <a:latin typeface="Helvetica Neue" panose="02000503000000020004" pitchFamily="2" charset="0"/>
            </a:endParaRPr>
          </a:p>
          <a:p>
            <a:pPr>
              <a:lnSpc>
                <a:spcPct val="150000"/>
              </a:lnSpc>
            </a:pPr>
            <a:r>
              <a:rPr lang="en-US" altLang="zh-CN" b="1" dirty="0">
                <a:solidFill>
                  <a:srgbClr val="FFE79A"/>
                </a:solidFill>
                <a:latin typeface="Helvetica Neue" panose="02000503000000020004" pitchFamily="2" charset="0"/>
              </a:rPr>
              <a:t>key</a:t>
            </a:r>
            <a:r>
              <a:rPr lang="zh-CN" altLang="en-US" b="1" dirty="0">
                <a:solidFill>
                  <a:srgbClr val="FFE79A"/>
                </a:solidFill>
                <a:latin typeface="Helvetica Neue" panose="02000503000000020004" pitchFamily="2" charset="0"/>
              </a:rPr>
              <a:t> 为 </a:t>
            </a:r>
            <a:r>
              <a:rPr lang="en-US" altLang="zh-CN" b="1" dirty="0">
                <a:solidFill>
                  <a:srgbClr val="FFE79A"/>
                </a:solidFill>
                <a:latin typeface="Helvetica Neue" panose="02000503000000020004" pitchFamily="2" charset="0"/>
              </a:rPr>
              <a:t>NULL</a:t>
            </a:r>
            <a:r>
              <a:rPr lang="zh-CN" altLang="en-US" b="1" dirty="0">
                <a:solidFill>
                  <a:srgbClr val="FFE79A"/>
                </a:solidFill>
                <a:latin typeface="Helvetica Neue" panose="02000503000000020004" pitchFamily="2" charset="0"/>
              </a:rPr>
              <a:t> 表示本次查询未能使用索引，扫描行数 </a:t>
            </a:r>
            <a:r>
              <a:rPr lang="en-US" altLang="zh-CN" b="1" dirty="0">
                <a:solidFill>
                  <a:srgbClr val="FFE79A"/>
                </a:solidFill>
                <a:latin typeface="Helvetica Neue" panose="02000503000000020004" pitchFamily="2" charset="0"/>
              </a:rPr>
              <a:t>rows</a:t>
            </a:r>
            <a:r>
              <a:rPr lang="zh-CN" altLang="en-US" b="1" dirty="0">
                <a:solidFill>
                  <a:srgbClr val="FFE79A"/>
                </a:solidFill>
                <a:latin typeface="Helvetica Neue" panose="02000503000000020004" pitchFamily="2" charset="0"/>
              </a:rPr>
              <a:t> 等于表中数据总行数，因此查询较慢。</a:t>
            </a:r>
            <a:endParaRPr lang="en-US" altLang="zh-CN" b="1" dirty="0">
              <a:solidFill>
                <a:srgbClr val="FFE79A"/>
              </a:solidFill>
              <a:latin typeface="Helvetica Neue" panose="02000503000000020004" pitchFamily="2" charset="0"/>
            </a:endParaRPr>
          </a:p>
        </p:txBody>
      </p:sp>
      <p:pic>
        <p:nvPicPr>
          <p:cNvPr id="8" name="图片 7">
            <a:extLst>
              <a:ext uri="{FF2B5EF4-FFF2-40B4-BE49-F238E27FC236}">
                <a16:creationId xmlns:a16="http://schemas.microsoft.com/office/drawing/2014/main" id="{52EB797C-FA4E-DA59-1E9F-8594E4A99E16}"/>
              </a:ext>
            </a:extLst>
          </p:cNvPr>
          <p:cNvPicPr>
            <a:picLocks noChangeAspect="1"/>
          </p:cNvPicPr>
          <p:nvPr/>
        </p:nvPicPr>
        <p:blipFill>
          <a:blip r:embed="rId3"/>
          <a:stretch>
            <a:fillRect/>
          </a:stretch>
        </p:blipFill>
        <p:spPr>
          <a:xfrm>
            <a:off x="717951" y="4625820"/>
            <a:ext cx="8429155" cy="1433529"/>
          </a:xfrm>
          <a:prstGeom prst="rect">
            <a:avLst/>
          </a:prstGeom>
        </p:spPr>
      </p:pic>
    </p:spTree>
    <p:extLst>
      <p:ext uri="{BB962C8B-B14F-4D97-AF65-F5344CB8AC3E}">
        <p14:creationId xmlns:p14="http://schemas.microsoft.com/office/powerpoint/2010/main" val="17555397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a:extLst>
              <a:ext uri="{FF2B5EF4-FFF2-40B4-BE49-F238E27FC236}">
                <a16:creationId xmlns:a16="http://schemas.microsoft.com/office/drawing/2014/main" id="{CE4C9717-A43F-B0B8-2DB6-0F8B45681D36}"/>
              </a:ext>
            </a:extLst>
          </p:cNvPr>
          <p:cNvSpPr txBox="1">
            <a:spLocks/>
          </p:cNvSpPr>
          <p:nvPr/>
        </p:nvSpPr>
        <p:spPr>
          <a:xfrm>
            <a:off x="668692" y="560250"/>
            <a:ext cx="10405707" cy="757130"/>
          </a:xfrm>
          <a:prstGeom prst="rect">
            <a:avLst/>
          </a:prstGeom>
        </p:spPr>
        <p:txBody>
          <a:bodyPr vert="horz" wrap="square" lIns="91440" tIns="45720" rIns="91440" bIns="45720" rtlCol="0" anchor="ctr">
            <a:spAutoFit/>
          </a:bodyPr>
          <a:lstStyle>
            <a:lvl1pPr algn="l" defTabSz="685800" rtl="0" eaLnBrk="1" latinLnBrk="0" hangingPunct="1">
              <a:lnSpc>
                <a:spcPct val="90000"/>
              </a:lnSpc>
              <a:spcBef>
                <a:spcPct val="0"/>
              </a:spcBef>
              <a:buNone/>
              <a:defRPr sz="4800" kern="1200">
                <a:solidFill>
                  <a:schemeClr val="bg1"/>
                </a:solidFill>
                <a:latin typeface="微软雅黑" panose="020B0503020204020204" pitchFamily="34" charset="-122"/>
                <a:ea typeface="微软雅黑" panose="020B0503020204020204" pitchFamily="34" charset="-122"/>
                <a:cs typeface="+mj-cs"/>
              </a:defRPr>
            </a:lvl1pPr>
          </a:lstStyle>
          <a:p>
            <a:r>
              <a:rPr lang="zh-CN" altLang="en-US" b="1" dirty="0">
                <a:latin typeface="Helvetica Neue" panose="02000503000000020004" pitchFamily="2" charset="0"/>
              </a:rPr>
              <a:t>最左前缀匹配原则</a:t>
            </a:r>
            <a:endParaRPr lang="zh-CN" altLang="en-US" dirty="0"/>
          </a:p>
        </p:txBody>
      </p:sp>
      <p:sp>
        <p:nvSpPr>
          <p:cNvPr id="4" name="文本框 3">
            <a:extLst>
              <a:ext uri="{FF2B5EF4-FFF2-40B4-BE49-F238E27FC236}">
                <a16:creationId xmlns:a16="http://schemas.microsoft.com/office/drawing/2014/main" id="{0AEDCDA6-7BC1-AB66-29C7-9ADE5CF51A45}"/>
              </a:ext>
            </a:extLst>
          </p:cNvPr>
          <p:cNvSpPr txBox="1"/>
          <p:nvPr/>
        </p:nvSpPr>
        <p:spPr>
          <a:xfrm>
            <a:off x="668692" y="1317380"/>
            <a:ext cx="10721798" cy="1073307"/>
          </a:xfrm>
          <a:prstGeom prst="rect">
            <a:avLst/>
          </a:prstGeom>
          <a:noFill/>
        </p:spPr>
        <p:txBody>
          <a:bodyPr wrap="square">
            <a:spAutoFit/>
          </a:bodyPr>
          <a:lstStyle/>
          <a:p>
            <a:pPr>
              <a:lnSpc>
                <a:spcPct val="150000"/>
              </a:lnSpc>
            </a:pPr>
            <a:r>
              <a:rPr lang="zh-CN" altLang="en-US" sz="1600" b="1" dirty="0">
                <a:solidFill>
                  <a:schemeClr val="bg1"/>
                </a:solidFill>
                <a:latin typeface="Helvetica Neue" panose="02000503000000020004" pitchFamily="2" charset="0"/>
              </a:rPr>
              <a:t>最左前缀匹配原则</a:t>
            </a:r>
            <a:r>
              <a:rPr lang="zh-CN" altLang="en-US" sz="1600" b="1" dirty="0">
                <a:solidFill>
                  <a:srgbClr val="FFE79A"/>
                </a:solidFill>
                <a:latin typeface="Helvetica Neue" panose="02000503000000020004" pitchFamily="2" charset="0"/>
              </a:rPr>
              <a:t>：</a:t>
            </a:r>
            <a:r>
              <a:rPr lang="zh-CN" altLang="en-US" sz="1400" b="1" dirty="0">
                <a:solidFill>
                  <a:srgbClr val="FFE79A"/>
                </a:solidFill>
                <a:latin typeface="Helvetica Neue" panose="02000503000000020004" pitchFamily="2" charset="0"/>
              </a:rPr>
              <a:t>是指在使用联合索引进行查询时，只有在查询条件中使用了索引的最左前缀列，才能使用该索引进行查询。例如有一个联合索引 </a:t>
            </a:r>
            <a:r>
              <a:rPr lang="en-US" altLang="zh-CN" sz="1400" b="1" dirty="0">
                <a:solidFill>
                  <a:srgbClr val="FFE79A"/>
                </a:solidFill>
                <a:latin typeface="Helvetica Neue" panose="02000503000000020004" pitchFamily="2" charset="0"/>
              </a:rPr>
              <a:t>(a, b, c)</a:t>
            </a:r>
            <a:r>
              <a:rPr lang="zh-CN" altLang="en-US" sz="1400" b="1" dirty="0">
                <a:solidFill>
                  <a:srgbClr val="FFE79A"/>
                </a:solidFill>
                <a:latin typeface="Helvetica Neue" panose="02000503000000020004" pitchFamily="2" charset="0"/>
              </a:rPr>
              <a:t>，在查询时，只有在查询条件中使用了索引的最左前缀列 </a:t>
            </a:r>
            <a:r>
              <a:rPr lang="en-US" altLang="zh-CN" sz="1400" b="1" dirty="0">
                <a:solidFill>
                  <a:srgbClr val="FFE79A"/>
                </a:solidFill>
                <a:latin typeface="Helvetica Neue" panose="02000503000000020004" pitchFamily="2" charset="0"/>
              </a:rPr>
              <a:t>a </a:t>
            </a:r>
            <a:r>
              <a:rPr lang="zh-CN" altLang="en-US" sz="1400" b="1" dirty="0">
                <a:solidFill>
                  <a:srgbClr val="FFE79A"/>
                </a:solidFill>
                <a:latin typeface="Helvetica Neue" panose="02000503000000020004" pitchFamily="2" charset="0"/>
              </a:rPr>
              <a:t>或</a:t>
            </a:r>
            <a:r>
              <a:rPr lang="en-US" altLang="zh-CN" sz="1400" b="1" dirty="0">
                <a:solidFill>
                  <a:srgbClr val="FFE79A"/>
                </a:solidFill>
                <a:latin typeface="Helvetica Neue" panose="02000503000000020004" pitchFamily="2" charset="0"/>
              </a:rPr>
              <a:t>a</a:t>
            </a:r>
            <a:r>
              <a:rPr lang="zh-CN" altLang="en-US" sz="1400" b="1" dirty="0">
                <a:solidFill>
                  <a:srgbClr val="FFE79A"/>
                </a:solidFill>
                <a:latin typeface="Helvetica Neue" panose="02000503000000020004" pitchFamily="2" charset="0"/>
              </a:rPr>
              <a:t>、</a:t>
            </a:r>
            <a:r>
              <a:rPr lang="en-US" altLang="zh-CN" sz="1400" b="1" dirty="0">
                <a:solidFill>
                  <a:srgbClr val="FFE79A"/>
                </a:solidFill>
                <a:latin typeface="Helvetica Neue" panose="02000503000000020004" pitchFamily="2" charset="0"/>
              </a:rPr>
              <a:t>b</a:t>
            </a:r>
            <a:r>
              <a:rPr lang="zh-CN" altLang="en-US" sz="1400" b="1" dirty="0">
                <a:solidFill>
                  <a:srgbClr val="FFE79A"/>
                </a:solidFill>
                <a:latin typeface="Helvetica Neue" panose="02000503000000020004" pitchFamily="2" charset="0"/>
              </a:rPr>
              <a:t>或 </a:t>
            </a:r>
            <a:r>
              <a:rPr lang="en-US" altLang="zh-CN" sz="1400" b="1" dirty="0">
                <a:solidFill>
                  <a:srgbClr val="FFE79A"/>
                </a:solidFill>
                <a:latin typeface="Helvetica Neue" panose="02000503000000020004" pitchFamily="2" charset="0"/>
              </a:rPr>
              <a:t>a</a:t>
            </a:r>
            <a:r>
              <a:rPr lang="zh-CN" altLang="en-US" sz="1400" b="1" dirty="0">
                <a:solidFill>
                  <a:srgbClr val="FFE79A"/>
                </a:solidFill>
                <a:latin typeface="Helvetica Neue" panose="02000503000000020004" pitchFamily="2" charset="0"/>
              </a:rPr>
              <a:t>、</a:t>
            </a:r>
            <a:r>
              <a:rPr lang="en-US" altLang="zh-CN" sz="1400" b="1" dirty="0">
                <a:solidFill>
                  <a:srgbClr val="FFE79A"/>
                </a:solidFill>
                <a:latin typeface="Helvetica Neue" panose="02000503000000020004" pitchFamily="2" charset="0"/>
              </a:rPr>
              <a:t>b</a:t>
            </a:r>
            <a:r>
              <a:rPr lang="zh-CN" altLang="en-US" sz="1400" b="1" dirty="0">
                <a:solidFill>
                  <a:srgbClr val="FFE79A"/>
                </a:solidFill>
                <a:latin typeface="Helvetica Neue" panose="02000503000000020004" pitchFamily="2" charset="0"/>
              </a:rPr>
              <a:t>、</a:t>
            </a:r>
            <a:r>
              <a:rPr lang="en-US" altLang="zh-CN" sz="1400" b="1" dirty="0">
                <a:solidFill>
                  <a:srgbClr val="FFE79A"/>
                </a:solidFill>
                <a:latin typeface="Helvetica Neue" panose="02000503000000020004" pitchFamily="2" charset="0"/>
              </a:rPr>
              <a:t>c</a:t>
            </a:r>
            <a:r>
              <a:rPr lang="zh-CN" altLang="en-US" sz="1400" b="1" dirty="0">
                <a:solidFill>
                  <a:srgbClr val="FFE79A"/>
                </a:solidFill>
                <a:latin typeface="Helvetica Neue" panose="02000503000000020004" pitchFamily="2" charset="0"/>
              </a:rPr>
              <a:t>时，才能使用该索引进行查询。创建联合索引</a:t>
            </a:r>
            <a:r>
              <a:rPr lang="en-US" altLang="zh-CN" sz="1400" b="1" dirty="0">
                <a:solidFill>
                  <a:srgbClr val="FFE79A"/>
                </a:solidFill>
                <a:latin typeface="Helvetica Neue" panose="02000503000000020004" pitchFamily="2" charset="0"/>
              </a:rPr>
              <a:t>(a, b, c) </a:t>
            </a:r>
            <a:r>
              <a:rPr lang="zh-CN" altLang="en-US" sz="1400" b="1" dirty="0">
                <a:solidFill>
                  <a:srgbClr val="FFE79A"/>
                </a:solidFill>
                <a:latin typeface="Helvetica Neue" panose="02000503000000020004" pitchFamily="2" charset="0"/>
              </a:rPr>
              <a:t>相当于创建了索引</a:t>
            </a:r>
            <a:r>
              <a:rPr lang="en-US" altLang="zh-CN" sz="1400" b="1" dirty="0">
                <a:solidFill>
                  <a:srgbClr val="FFE79A"/>
                </a:solidFill>
                <a:latin typeface="Helvetica Neue" panose="02000503000000020004" pitchFamily="2" charset="0"/>
              </a:rPr>
              <a:t> (a), (a, b), (a, b, c)</a:t>
            </a:r>
            <a:r>
              <a:rPr lang="zh-CN" altLang="en-US" sz="1400" b="1" dirty="0">
                <a:solidFill>
                  <a:srgbClr val="FFE79A"/>
                </a:solidFill>
                <a:latin typeface="Helvetica Neue" panose="02000503000000020004" pitchFamily="2" charset="0"/>
              </a:rPr>
              <a:t>。</a:t>
            </a:r>
          </a:p>
        </p:txBody>
      </p:sp>
      <p:sp>
        <p:nvSpPr>
          <p:cNvPr id="6" name="文本框 5">
            <a:extLst>
              <a:ext uri="{FF2B5EF4-FFF2-40B4-BE49-F238E27FC236}">
                <a16:creationId xmlns:a16="http://schemas.microsoft.com/office/drawing/2014/main" id="{069CDCCE-B0E5-A09E-EB0E-B13ED469B0CD}"/>
              </a:ext>
            </a:extLst>
          </p:cNvPr>
          <p:cNvSpPr txBox="1"/>
          <p:nvPr/>
        </p:nvSpPr>
        <p:spPr>
          <a:xfrm>
            <a:off x="6434813" y="4235745"/>
            <a:ext cx="5427308" cy="2359107"/>
          </a:xfrm>
          <a:prstGeom prst="rect">
            <a:avLst/>
          </a:prstGeom>
          <a:noFill/>
        </p:spPr>
        <p:txBody>
          <a:bodyPr wrap="square">
            <a:spAutoFit/>
          </a:bodyPr>
          <a:lstStyle/>
          <a:p>
            <a:pPr>
              <a:lnSpc>
                <a:spcPct val="150000"/>
              </a:lnSpc>
            </a:pPr>
            <a:r>
              <a:rPr lang="zh-CN" altLang="en-US" sz="1600" b="1" dirty="0">
                <a:solidFill>
                  <a:srgbClr val="FFE79A"/>
                </a:solidFill>
                <a:latin typeface="Helvetica Neue" panose="02000503000000020004" pitchFamily="2" charset="0"/>
              </a:rPr>
              <a:t>如左图所示</a:t>
            </a:r>
            <a:endParaRPr lang="en-US" altLang="zh-CN" sz="1600" b="1" dirty="0">
              <a:solidFill>
                <a:srgbClr val="FFE79A"/>
              </a:solidFill>
              <a:latin typeface="Helvetica Neue" panose="02000503000000020004" pitchFamily="2" charset="0"/>
            </a:endParaRPr>
          </a:p>
          <a:p>
            <a:pPr marL="285750" indent="-285750">
              <a:lnSpc>
                <a:spcPct val="150000"/>
              </a:lnSpc>
              <a:buFontTx/>
              <a:buChar char="-"/>
            </a:pPr>
            <a:r>
              <a:rPr lang="zh-CN" altLang="en-US" sz="1400" b="1" dirty="0">
                <a:solidFill>
                  <a:srgbClr val="FFE79A"/>
                </a:solidFill>
                <a:latin typeface="Helvetica Neue" panose="02000503000000020004" pitchFamily="2" charset="0"/>
              </a:rPr>
              <a:t>查询条件为 </a:t>
            </a:r>
            <a:r>
              <a:rPr lang="en-US" altLang="zh-CN" sz="1400" b="1" dirty="0">
                <a:solidFill>
                  <a:srgbClr val="FFE79A"/>
                </a:solidFill>
                <a:latin typeface="Helvetica Neue" panose="02000503000000020004" pitchFamily="2" charset="0"/>
              </a:rPr>
              <a:t>where</a:t>
            </a:r>
            <a:r>
              <a:rPr lang="zh-CN" altLang="en-US" sz="1400" b="1" dirty="0">
                <a:solidFill>
                  <a:srgbClr val="FFE79A"/>
                </a:solidFill>
                <a:latin typeface="Helvetica Neue" panose="02000503000000020004" pitchFamily="2" charset="0"/>
              </a:rPr>
              <a:t> </a:t>
            </a:r>
            <a:r>
              <a:rPr lang="en-US" altLang="zh-CN" sz="1400" b="1" dirty="0">
                <a:solidFill>
                  <a:srgbClr val="FFE79A"/>
                </a:solidFill>
                <a:latin typeface="Helvetica Neue" panose="02000503000000020004" pitchFamily="2" charset="0"/>
              </a:rPr>
              <a:t>a = 2</a:t>
            </a:r>
            <a:r>
              <a:rPr lang="zh-CN" altLang="en-US" sz="1400" b="1" dirty="0">
                <a:solidFill>
                  <a:srgbClr val="FFE79A"/>
                </a:solidFill>
                <a:latin typeface="Helvetica Neue" panose="02000503000000020004" pitchFamily="2" charset="0"/>
              </a:rPr>
              <a:t> 可以使用索引</a:t>
            </a:r>
            <a:endParaRPr lang="en-US" altLang="zh-CN" sz="1400" b="1" dirty="0">
              <a:solidFill>
                <a:srgbClr val="FFE79A"/>
              </a:solidFill>
              <a:latin typeface="Helvetica Neue" panose="02000503000000020004" pitchFamily="2" charset="0"/>
            </a:endParaRPr>
          </a:p>
          <a:p>
            <a:pPr marL="285750" indent="-285750">
              <a:lnSpc>
                <a:spcPct val="150000"/>
              </a:lnSpc>
              <a:buFontTx/>
              <a:buChar char="-"/>
            </a:pPr>
            <a:r>
              <a:rPr lang="zh-CN" altLang="en-US" sz="1400" b="1" dirty="0">
                <a:solidFill>
                  <a:srgbClr val="FFE79A"/>
                </a:solidFill>
                <a:latin typeface="Helvetica Neue" panose="02000503000000020004" pitchFamily="2" charset="0"/>
              </a:rPr>
              <a:t>查询条件为 </a:t>
            </a:r>
            <a:r>
              <a:rPr lang="en-US" altLang="zh-CN" sz="1400" b="1" dirty="0">
                <a:solidFill>
                  <a:srgbClr val="FFE79A"/>
                </a:solidFill>
                <a:latin typeface="Helvetica Neue" panose="02000503000000020004" pitchFamily="2" charset="0"/>
              </a:rPr>
              <a:t>where a = 2 and b = 3</a:t>
            </a:r>
            <a:r>
              <a:rPr lang="zh-CN" altLang="en-US" sz="1400" b="1" dirty="0">
                <a:solidFill>
                  <a:srgbClr val="FFE79A"/>
                </a:solidFill>
                <a:latin typeface="Helvetica Neue" panose="02000503000000020004" pitchFamily="2" charset="0"/>
              </a:rPr>
              <a:t> 可以使用索引</a:t>
            </a:r>
            <a:endParaRPr lang="en-US" altLang="zh-CN" sz="1400" b="1" dirty="0">
              <a:solidFill>
                <a:srgbClr val="FFE79A"/>
              </a:solidFill>
              <a:latin typeface="Helvetica Neue" panose="02000503000000020004" pitchFamily="2" charset="0"/>
            </a:endParaRPr>
          </a:p>
          <a:p>
            <a:pPr marL="285750" indent="-285750">
              <a:lnSpc>
                <a:spcPct val="150000"/>
              </a:lnSpc>
              <a:buFontTx/>
              <a:buChar char="-"/>
            </a:pPr>
            <a:r>
              <a:rPr lang="zh-CN" altLang="en-US" sz="1400" b="1" dirty="0">
                <a:solidFill>
                  <a:srgbClr val="FFE79A"/>
                </a:solidFill>
                <a:latin typeface="Helvetica Neue" panose="02000503000000020004" pitchFamily="2" charset="0"/>
              </a:rPr>
              <a:t>查询条件为 </a:t>
            </a:r>
            <a:r>
              <a:rPr lang="en-US" altLang="zh-CN" sz="1400" b="1" dirty="0">
                <a:solidFill>
                  <a:srgbClr val="FFE79A"/>
                </a:solidFill>
                <a:latin typeface="Helvetica Neue" panose="02000503000000020004" pitchFamily="2" charset="0"/>
              </a:rPr>
              <a:t> where b = 2</a:t>
            </a:r>
            <a:r>
              <a:rPr lang="zh-CN" altLang="en-US" sz="1400" b="1" dirty="0">
                <a:solidFill>
                  <a:srgbClr val="FFE79A"/>
                </a:solidFill>
                <a:latin typeface="Helvetica Neue" panose="02000503000000020004" pitchFamily="2" charset="0"/>
              </a:rPr>
              <a:t> 不可以使用索引</a:t>
            </a:r>
            <a:endParaRPr lang="en-US" altLang="zh-CN" sz="1400" b="1" dirty="0">
              <a:solidFill>
                <a:srgbClr val="FFE79A"/>
              </a:solidFill>
              <a:latin typeface="Helvetica Neue" panose="02000503000000020004" pitchFamily="2" charset="0"/>
            </a:endParaRPr>
          </a:p>
          <a:p>
            <a:pPr marL="285750" indent="-285750">
              <a:lnSpc>
                <a:spcPct val="150000"/>
              </a:lnSpc>
              <a:buFontTx/>
              <a:buChar char="-"/>
            </a:pPr>
            <a:r>
              <a:rPr lang="zh-CN" altLang="en-US" sz="1400" b="1" dirty="0">
                <a:solidFill>
                  <a:srgbClr val="FFE79A"/>
                </a:solidFill>
                <a:latin typeface="Helvetica Neue" panose="02000503000000020004" pitchFamily="2" charset="0"/>
              </a:rPr>
              <a:t>查询条件为 </a:t>
            </a:r>
            <a:r>
              <a:rPr lang="en-US" altLang="zh-CN" sz="1400" b="1" dirty="0">
                <a:solidFill>
                  <a:srgbClr val="FFE79A"/>
                </a:solidFill>
                <a:latin typeface="Helvetica Neue" panose="02000503000000020004" pitchFamily="2" charset="0"/>
              </a:rPr>
              <a:t>where a = 2 and b = 2 and c &gt; 3 </a:t>
            </a:r>
            <a:r>
              <a:rPr lang="zh-CN" altLang="en-US" sz="1400" b="1" dirty="0">
                <a:solidFill>
                  <a:srgbClr val="FFE79A"/>
                </a:solidFill>
                <a:latin typeface="Helvetica Neue" panose="02000503000000020004" pitchFamily="2" charset="0"/>
              </a:rPr>
              <a:t>可以使用索引</a:t>
            </a:r>
            <a:endParaRPr lang="en-US" altLang="zh-CN" sz="1400" b="1" dirty="0">
              <a:solidFill>
                <a:srgbClr val="FFE79A"/>
              </a:solidFill>
              <a:latin typeface="Helvetica Neue" panose="02000503000000020004" pitchFamily="2" charset="0"/>
            </a:endParaRPr>
          </a:p>
          <a:p>
            <a:pPr marL="285750" indent="-285750">
              <a:lnSpc>
                <a:spcPct val="150000"/>
              </a:lnSpc>
              <a:buFontTx/>
              <a:buChar char="-"/>
            </a:pPr>
            <a:r>
              <a:rPr lang="zh-CN" altLang="en-US" sz="1400" b="1" dirty="0">
                <a:solidFill>
                  <a:srgbClr val="FFE79A"/>
                </a:solidFill>
                <a:latin typeface="Helvetica Neue" panose="02000503000000020004" pitchFamily="2" charset="0"/>
              </a:rPr>
              <a:t>查询条件为 </a:t>
            </a:r>
            <a:r>
              <a:rPr lang="en-US" altLang="zh-CN" sz="1400" b="1" dirty="0">
                <a:solidFill>
                  <a:srgbClr val="FFE79A"/>
                </a:solidFill>
                <a:latin typeface="Helvetica Neue" panose="02000503000000020004" pitchFamily="2" charset="0"/>
              </a:rPr>
              <a:t>where a &gt; 1 and b = 1 and c = 2 </a:t>
            </a:r>
            <a:r>
              <a:rPr lang="zh-CN" altLang="en-US" sz="1400" b="1" dirty="0">
                <a:solidFill>
                  <a:srgbClr val="FFE79A"/>
                </a:solidFill>
                <a:latin typeface="Helvetica Neue" panose="02000503000000020004" pitchFamily="2" charset="0"/>
              </a:rPr>
              <a:t>可以使用索引，但使用的是索引</a:t>
            </a:r>
            <a:r>
              <a:rPr lang="en-US" altLang="zh-CN" sz="1400" b="1" dirty="0">
                <a:solidFill>
                  <a:srgbClr val="FFE79A"/>
                </a:solidFill>
                <a:latin typeface="Helvetica Neue" panose="02000503000000020004" pitchFamily="2" charset="0"/>
              </a:rPr>
              <a:t>(a)</a:t>
            </a:r>
            <a:r>
              <a:rPr lang="zh-CN" altLang="en-US" sz="1400" b="1" dirty="0">
                <a:solidFill>
                  <a:srgbClr val="FFE79A"/>
                </a:solidFill>
                <a:latin typeface="Helvetica Neue" panose="02000503000000020004" pitchFamily="2" charset="0"/>
              </a:rPr>
              <a:t>，不能使用索引</a:t>
            </a:r>
            <a:r>
              <a:rPr lang="en-US" altLang="zh-CN" sz="1400" b="1" dirty="0">
                <a:solidFill>
                  <a:srgbClr val="FFE79A"/>
                </a:solidFill>
                <a:latin typeface="Helvetica Neue" panose="02000503000000020004" pitchFamily="2" charset="0"/>
              </a:rPr>
              <a:t>(a, b, c)</a:t>
            </a:r>
            <a:endParaRPr lang="zh-CN" altLang="en-US" sz="1400" b="1" dirty="0">
              <a:solidFill>
                <a:srgbClr val="FFE79A"/>
              </a:solidFill>
              <a:latin typeface="Helvetica Neue" panose="02000503000000020004" pitchFamily="2" charset="0"/>
            </a:endParaRPr>
          </a:p>
        </p:txBody>
      </p:sp>
      <p:pic>
        <p:nvPicPr>
          <p:cNvPr id="7" name="图片 6">
            <a:extLst>
              <a:ext uri="{FF2B5EF4-FFF2-40B4-BE49-F238E27FC236}">
                <a16:creationId xmlns:a16="http://schemas.microsoft.com/office/drawing/2014/main" id="{E4271640-191A-44B3-78A4-4FB4D181CAA3}"/>
              </a:ext>
            </a:extLst>
          </p:cNvPr>
          <p:cNvPicPr>
            <a:picLocks noChangeAspect="1"/>
          </p:cNvPicPr>
          <p:nvPr/>
        </p:nvPicPr>
        <p:blipFill>
          <a:blip r:embed="rId2"/>
          <a:stretch>
            <a:fillRect/>
          </a:stretch>
        </p:blipFill>
        <p:spPr>
          <a:xfrm>
            <a:off x="668692" y="2700638"/>
            <a:ext cx="5427308" cy="3533351"/>
          </a:xfrm>
          <a:prstGeom prst="rect">
            <a:avLst/>
          </a:prstGeom>
        </p:spPr>
      </p:pic>
      <p:sp>
        <p:nvSpPr>
          <p:cNvPr id="9" name="文本框 8">
            <a:extLst>
              <a:ext uri="{FF2B5EF4-FFF2-40B4-BE49-F238E27FC236}">
                <a16:creationId xmlns:a16="http://schemas.microsoft.com/office/drawing/2014/main" id="{BE9BDE50-0A25-9608-D151-1CF859B698A2}"/>
              </a:ext>
            </a:extLst>
          </p:cNvPr>
          <p:cNvSpPr txBox="1"/>
          <p:nvPr/>
        </p:nvSpPr>
        <p:spPr>
          <a:xfrm>
            <a:off x="6434813" y="2516107"/>
            <a:ext cx="5427308" cy="1719638"/>
          </a:xfrm>
          <a:prstGeom prst="rect">
            <a:avLst/>
          </a:prstGeom>
          <a:noFill/>
        </p:spPr>
        <p:txBody>
          <a:bodyPr wrap="square">
            <a:spAutoFit/>
          </a:bodyPr>
          <a:lstStyle/>
          <a:p>
            <a:pPr>
              <a:lnSpc>
                <a:spcPct val="150000"/>
              </a:lnSpc>
            </a:pPr>
            <a:r>
              <a:rPr lang="zh-CN" altLang="en-US" sz="1600" b="1" dirty="0">
                <a:solidFill>
                  <a:schemeClr val="bg1"/>
                </a:solidFill>
                <a:latin typeface="Helvetica Neue" panose="02000503000000020004" pitchFamily="2" charset="0"/>
              </a:rPr>
              <a:t>为什么是最左前缀匹配原则？</a:t>
            </a:r>
            <a:endParaRPr lang="en-US" altLang="zh-CN" sz="1600" b="1" dirty="0">
              <a:solidFill>
                <a:schemeClr val="bg1"/>
              </a:solidFill>
              <a:latin typeface="Helvetica Neue" panose="02000503000000020004" pitchFamily="2" charset="0"/>
            </a:endParaRPr>
          </a:p>
          <a:p>
            <a:pPr>
              <a:lnSpc>
                <a:spcPct val="150000"/>
              </a:lnSpc>
            </a:pPr>
            <a:r>
              <a:rPr lang="zh-CN" altLang="en-US" sz="1400" b="1" dirty="0">
                <a:solidFill>
                  <a:srgbClr val="FFE79A"/>
                </a:solidFill>
                <a:latin typeface="Helvetica Neue" panose="02000503000000020004" pitchFamily="2" charset="0"/>
              </a:rPr>
              <a:t>因为联合索引中，靠左的索引在</a:t>
            </a:r>
            <a:r>
              <a:rPr lang="en" altLang="zh-CN" sz="1400" b="1" dirty="0">
                <a:solidFill>
                  <a:srgbClr val="FFE79A"/>
                </a:solidFill>
                <a:latin typeface="Helvetica Neue" panose="02000503000000020004" pitchFamily="2" charset="0"/>
              </a:rPr>
              <a:t>B+</a:t>
            </a:r>
            <a:r>
              <a:rPr lang="zh-CN" altLang="en-US" sz="1400" b="1" dirty="0">
                <a:solidFill>
                  <a:srgbClr val="FFE79A"/>
                </a:solidFill>
                <a:latin typeface="Helvetica Neue" panose="02000503000000020004" pitchFamily="2" charset="0"/>
              </a:rPr>
              <a:t>树排序中靠前。例如有一个联合索引 </a:t>
            </a:r>
            <a:r>
              <a:rPr lang="en-US" altLang="zh-CN" sz="1400" b="1" dirty="0">
                <a:solidFill>
                  <a:srgbClr val="FFE79A"/>
                </a:solidFill>
                <a:latin typeface="Helvetica Neue" panose="02000503000000020004" pitchFamily="2" charset="0"/>
              </a:rPr>
              <a:t>(a, b, c)</a:t>
            </a:r>
            <a:r>
              <a:rPr lang="zh-CN" altLang="en-US" sz="1400" b="1" dirty="0">
                <a:solidFill>
                  <a:srgbClr val="FFE79A"/>
                </a:solidFill>
                <a:latin typeface="Helvetica Neue" panose="02000503000000020004" pitchFamily="2" charset="0"/>
              </a:rPr>
              <a:t>，比较两个索引值 </a:t>
            </a:r>
            <a:r>
              <a:rPr lang="en-US" altLang="zh-CN" sz="1400" b="1" dirty="0">
                <a:solidFill>
                  <a:srgbClr val="FFE79A"/>
                </a:solidFill>
                <a:latin typeface="Helvetica Neue" panose="02000503000000020004" pitchFamily="2" charset="0"/>
              </a:rPr>
              <a:t>(a1, b1, c1) </a:t>
            </a:r>
            <a:r>
              <a:rPr lang="zh-CN" altLang="en-US" sz="1400" b="1" dirty="0">
                <a:solidFill>
                  <a:srgbClr val="FFE79A"/>
                </a:solidFill>
                <a:latin typeface="Helvetica Neue" panose="02000503000000020004" pitchFamily="2" charset="0"/>
              </a:rPr>
              <a:t>和 </a:t>
            </a:r>
            <a:r>
              <a:rPr lang="en-US" altLang="zh-CN" sz="1400" b="1" dirty="0">
                <a:solidFill>
                  <a:srgbClr val="FFE79A"/>
                </a:solidFill>
                <a:latin typeface="Helvetica Neue" panose="02000503000000020004" pitchFamily="2" charset="0"/>
              </a:rPr>
              <a:t>(a2, b2, c2)</a:t>
            </a:r>
            <a:r>
              <a:rPr lang="zh-CN" altLang="en-US" sz="1400" b="1" dirty="0">
                <a:solidFill>
                  <a:srgbClr val="FFE79A"/>
                </a:solidFill>
                <a:latin typeface="Helvetica Neue" panose="02000503000000020004" pitchFamily="2" charset="0"/>
              </a:rPr>
              <a:t>，先比较 </a:t>
            </a:r>
            <a:r>
              <a:rPr lang="en-US" altLang="zh-CN" sz="1400" b="1" dirty="0">
                <a:solidFill>
                  <a:srgbClr val="FFE79A"/>
                </a:solidFill>
                <a:latin typeface="Helvetica Neue" panose="02000503000000020004" pitchFamily="2" charset="0"/>
              </a:rPr>
              <a:t>a1</a:t>
            </a:r>
            <a:r>
              <a:rPr lang="zh-CN" altLang="en-US" sz="1400" b="1" dirty="0">
                <a:solidFill>
                  <a:srgbClr val="FFE79A"/>
                </a:solidFill>
                <a:latin typeface="Helvetica Neue" panose="02000503000000020004" pitchFamily="2" charset="0"/>
              </a:rPr>
              <a:t> 和 </a:t>
            </a:r>
            <a:r>
              <a:rPr lang="en-US" altLang="zh-CN" sz="1400" b="1" dirty="0">
                <a:solidFill>
                  <a:srgbClr val="FFE79A"/>
                </a:solidFill>
                <a:latin typeface="Helvetica Neue" panose="02000503000000020004" pitchFamily="2" charset="0"/>
              </a:rPr>
              <a:t>a2</a:t>
            </a:r>
            <a:r>
              <a:rPr lang="zh-CN" altLang="en-US" sz="1400" b="1" dirty="0">
                <a:solidFill>
                  <a:srgbClr val="FFE79A"/>
                </a:solidFill>
                <a:latin typeface="Helvetica Neue" panose="02000503000000020004" pitchFamily="2" charset="0"/>
              </a:rPr>
              <a:t>，若 </a:t>
            </a:r>
            <a:r>
              <a:rPr lang="en-US" altLang="zh-CN" sz="1400" b="1" dirty="0">
                <a:solidFill>
                  <a:srgbClr val="FFE79A"/>
                </a:solidFill>
                <a:latin typeface="Helvetica Neue" panose="02000503000000020004" pitchFamily="2" charset="0"/>
              </a:rPr>
              <a:t>a1</a:t>
            </a:r>
            <a:r>
              <a:rPr lang="zh-CN" altLang="en-US" sz="1400" b="1" dirty="0">
                <a:solidFill>
                  <a:srgbClr val="FFE79A"/>
                </a:solidFill>
                <a:latin typeface="Helvetica Neue" panose="02000503000000020004" pitchFamily="2" charset="0"/>
              </a:rPr>
              <a:t> 和 </a:t>
            </a:r>
            <a:r>
              <a:rPr lang="en-US" altLang="zh-CN" sz="1400" b="1" dirty="0">
                <a:solidFill>
                  <a:srgbClr val="FFE79A"/>
                </a:solidFill>
                <a:latin typeface="Helvetica Neue" panose="02000503000000020004" pitchFamily="2" charset="0"/>
              </a:rPr>
              <a:t>a2</a:t>
            </a:r>
            <a:r>
              <a:rPr lang="zh-CN" altLang="en-US" sz="1400" b="1" dirty="0">
                <a:solidFill>
                  <a:srgbClr val="FFE79A"/>
                </a:solidFill>
                <a:latin typeface="Helvetica Neue" panose="02000503000000020004" pitchFamily="2" charset="0"/>
              </a:rPr>
              <a:t> 相等再比较</a:t>
            </a:r>
            <a:r>
              <a:rPr lang="en-US" altLang="zh-CN" sz="1400" b="1" dirty="0">
                <a:solidFill>
                  <a:srgbClr val="FFE79A"/>
                </a:solidFill>
                <a:latin typeface="Helvetica Neue" panose="02000503000000020004" pitchFamily="2" charset="0"/>
              </a:rPr>
              <a:t>b1</a:t>
            </a:r>
            <a:r>
              <a:rPr lang="zh-CN" altLang="en-US" sz="1400" b="1" dirty="0">
                <a:solidFill>
                  <a:srgbClr val="FFE79A"/>
                </a:solidFill>
                <a:latin typeface="Helvetica Neue" panose="02000503000000020004" pitchFamily="2" charset="0"/>
              </a:rPr>
              <a:t> 和 </a:t>
            </a:r>
            <a:r>
              <a:rPr lang="en-US" altLang="zh-CN" sz="1400" b="1" dirty="0">
                <a:solidFill>
                  <a:srgbClr val="FFE79A"/>
                </a:solidFill>
                <a:latin typeface="Helvetica Neue" panose="02000503000000020004" pitchFamily="2" charset="0"/>
              </a:rPr>
              <a:t>b2</a:t>
            </a:r>
            <a:r>
              <a:rPr lang="zh-CN" altLang="en-US" sz="1400" b="1" dirty="0">
                <a:solidFill>
                  <a:srgbClr val="FFE79A"/>
                </a:solidFill>
                <a:latin typeface="Helvetica Neue" panose="02000503000000020004" pitchFamily="2" charset="0"/>
              </a:rPr>
              <a:t>，若 </a:t>
            </a:r>
            <a:r>
              <a:rPr lang="en-US" altLang="zh-CN" sz="1400" b="1" dirty="0">
                <a:solidFill>
                  <a:srgbClr val="FFE79A"/>
                </a:solidFill>
                <a:latin typeface="Helvetica Neue" panose="02000503000000020004" pitchFamily="2" charset="0"/>
              </a:rPr>
              <a:t>b1</a:t>
            </a:r>
            <a:r>
              <a:rPr lang="zh-CN" altLang="en-US" sz="1400" b="1" dirty="0">
                <a:solidFill>
                  <a:srgbClr val="FFE79A"/>
                </a:solidFill>
                <a:latin typeface="Helvetica Neue" panose="02000503000000020004" pitchFamily="2" charset="0"/>
              </a:rPr>
              <a:t> 和 </a:t>
            </a:r>
            <a:r>
              <a:rPr lang="en-US" altLang="zh-CN" sz="1400" b="1" dirty="0">
                <a:solidFill>
                  <a:srgbClr val="FFE79A"/>
                </a:solidFill>
                <a:latin typeface="Helvetica Neue" panose="02000503000000020004" pitchFamily="2" charset="0"/>
              </a:rPr>
              <a:t>b2</a:t>
            </a:r>
            <a:r>
              <a:rPr lang="zh-CN" altLang="en-US" sz="1400" b="1" dirty="0">
                <a:solidFill>
                  <a:srgbClr val="FFE79A"/>
                </a:solidFill>
                <a:latin typeface="Helvetica Neue" panose="02000503000000020004" pitchFamily="2" charset="0"/>
              </a:rPr>
              <a:t> 相等再比较 </a:t>
            </a:r>
            <a:r>
              <a:rPr lang="en-US" altLang="zh-CN" sz="1400" b="1" dirty="0">
                <a:solidFill>
                  <a:srgbClr val="FFE79A"/>
                </a:solidFill>
                <a:latin typeface="Helvetica Neue" panose="02000503000000020004" pitchFamily="2" charset="0"/>
              </a:rPr>
              <a:t>c1</a:t>
            </a:r>
            <a:r>
              <a:rPr lang="zh-CN" altLang="en-US" sz="1400" b="1" dirty="0">
                <a:solidFill>
                  <a:srgbClr val="FFE79A"/>
                </a:solidFill>
                <a:latin typeface="Helvetica Neue" panose="02000503000000020004" pitchFamily="2" charset="0"/>
              </a:rPr>
              <a:t> 和 </a:t>
            </a:r>
            <a:r>
              <a:rPr lang="en-US" altLang="zh-CN" sz="1400" b="1" dirty="0">
                <a:solidFill>
                  <a:srgbClr val="FFE79A"/>
                </a:solidFill>
                <a:latin typeface="Helvetica Neue" panose="02000503000000020004" pitchFamily="2" charset="0"/>
              </a:rPr>
              <a:t>c2</a:t>
            </a:r>
            <a:r>
              <a:rPr lang="zh-CN" altLang="en-US" sz="1400" b="1" dirty="0">
                <a:solidFill>
                  <a:srgbClr val="FFE79A"/>
                </a:solidFill>
                <a:latin typeface="Helvetica Neue" panose="02000503000000020004" pitchFamily="2" charset="0"/>
              </a:rPr>
              <a:t>。</a:t>
            </a:r>
            <a:endParaRPr lang="zh-CN" altLang="en-US" sz="1400" dirty="0"/>
          </a:p>
        </p:txBody>
      </p:sp>
      <p:sp>
        <p:nvSpPr>
          <p:cNvPr id="2" name="文本框 1">
            <a:extLst>
              <a:ext uri="{FF2B5EF4-FFF2-40B4-BE49-F238E27FC236}">
                <a16:creationId xmlns:a16="http://schemas.microsoft.com/office/drawing/2014/main" id="{EAF7AFEE-2B9B-0784-650B-52C51E1A1EB4}"/>
              </a:ext>
            </a:extLst>
          </p:cNvPr>
          <p:cNvSpPr txBox="1"/>
          <p:nvPr/>
        </p:nvSpPr>
        <p:spPr>
          <a:xfrm>
            <a:off x="602283" y="6231432"/>
            <a:ext cx="5427308" cy="422039"/>
          </a:xfrm>
          <a:prstGeom prst="rect">
            <a:avLst/>
          </a:prstGeom>
          <a:noFill/>
        </p:spPr>
        <p:txBody>
          <a:bodyPr wrap="square">
            <a:spAutoFit/>
          </a:bodyPr>
          <a:lstStyle/>
          <a:p>
            <a:pPr>
              <a:lnSpc>
                <a:spcPct val="150000"/>
              </a:lnSpc>
            </a:pPr>
            <a:r>
              <a:rPr lang="zh-CN" altLang="en-US" sz="1600" b="1" dirty="0">
                <a:solidFill>
                  <a:schemeClr val="bg1"/>
                </a:solidFill>
                <a:latin typeface="Helvetica Neue" panose="02000503000000020004" pitchFamily="2" charset="0"/>
              </a:rPr>
              <a:t>所以，创建联合索引时经常把最常用的列放在最左。</a:t>
            </a:r>
            <a:endParaRPr lang="en-US" altLang="zh-CN" sz="1600" b="1" dirty="0">
              <a:solidFill>
                <a:schemeClr val="bg1"/>
              </a:solidFill>
              <a:latin typeface="Helvetica Neue" panose="02000503000000020004" pitchFamily="2" charset="0"/>
            </a:endParaRPr>
          </a:p>
        </p:txBody>
      </p:sp>
    </p:spTree>
    <p:extLst>
      <p:ext uri="{BB962C8B-B14F-4D97-AF65-F5344CB8AC3E}">
        <p14:creationId xmlns:p14="http://schemas.microsoft.com/office/powerpoint/2010/main" val="4293649075"/>
      </p:ext>
    </p:extLst>
  </p:cSld>
  <p:clrMapOvr>
    <a:masterClrMapping/>
  </p:clrMapOvr>
</p:sld>
</file>

<file path=ppt/theme/theme1.xml><?xml version="1.0" encoding="utf-8"?>
<a:theme xmlns:a="http://schemas.openxmlformats.org/drawingml/2006/main" name="饥人谷2020">
  <a:themeElements>
    <a:clrScheme name="自定义 2">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FFFF00"/>
      </a:hlink>
      <a:folHlink>
        <a:srgbClr val="FFFF00"/>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饥人谷2020" id="{9EA43CC4-F49E-4AFB-A232-7BBA7D9D7755}" vid="{63A6EB6F-AC6E-43AB-B8C5-02C8C8D42495}"/>
    </a:ext>
  </a:extLst>
</a:theme>
</file>

<file path=ppt/theme/theme2.xml><?xml version="1.0" encoding="utf-8"?>
<a:theme xmlns:a="http://schemas.openxmlformats.org/drawingml/2006/main" name="饥人谷2019浅色主题​​">
  <a:themeElements>
    <a:clrScheme name="自定义 3">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FF0000"/>
      </a:hlink>
      <a:folHlink>
        <a:srgbClr val="FF0000"/>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JavaScript 入门.pptx" id="{B812C777-9E68-4F43-B758-EBA532ADB484}" vid="{D326234F-4341-4D06-8CC1-2D740558C2CC}"/>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饥人谷2020</Template>
  <TotalTime>76115</TotalTime>
  <Words>2689</Words>
  <Application>Microsoft Macintosh PowerPoint</Application>
  <PresentationFormat>宽屏</PresentationFormat>
  <Paragraphs>143</Paragraphs>
  <Slides>21</Slides>
  <Notes>0</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21</vt:i4>
      </vt:variant>
    </vt:vector>
  </HeadingPairs>
  <TitlesOfParts>
    <vt:vector size="34" baseType="lpstr">
      <vt:lpstr>-apple-system</vt:lpstr>
      <vt:lpstr>等线</vt:lpstr>
      <vt:lpstr>思源黑体</vt:lpstr>
      <vt:lpstr>Microsoft YaHei</vt:lpstr>
      <vt:lpstr>Microsoft YaHei</vt:lpstr>
      <vt:lpstr>Arial</vt:lpstr>
      <vt:lpstr>Calibri</vt:lpstr>
      <vt:lpstr>Consolas</vt:lpstr>
      <vt:lpstr>Helvetica Neue</vt:lpstr>
      <vt:lpstr>Menlo</vt:lpstr>
      <vt:lpstr>Wingdings</vt:lpstr>
      <vt:lpstr>饥人谷2020</vt:lpstr>
      <vt:lpstr>饥人谷2019浅色主题​​</vt:lpstr>
      <vt:lpstr>索引基础</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蓝色PPT</dc:title>
  <dc:creator>方 方</dc:creator>
  <cp:lastModifiedBy>vincent</cp:lastModifiedBy>
  <cp:revision>811</cp:revision>
  <dcterms:created xsi:type="dcterms:W3CDTF">2021-12-14T08:53:33Z</dcterms:created>
  <dcterms:modified xsi:type="dcterms:W3CDTF">2023-06-22T19:23:12Z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EagleCloud">
    <vt:lpwstr>61676334b4e8422151e43967553014381f5e06876ebe2bbce66cedec39aecaac9e60da91a32bcea9066488722440b91e8dcd349e595f5495ba4c20ad5d65836639364240fb3cb2ed3f5b47b5a74b7b5103e0ea68b0db6ee782673491502157f37bcb9c5d2ee0791f61a51da3002f5ae6dcfb636c2e36fd27a8e74f484e592c6</vt:lpwstr>
  </property>
  <property fmtid="{D5CDD505-2E9C-101B-9397-08002B2CF9AE}" pid="3" name="EagleCloud1">
    <vt:lpwstr>c62209c9595ad58fdd8f336497f2320c803153dc4c267aa8b6c135973893ba012144e4100a4c93a7818780a176da2b295d2d4431860dfc99ddb680da24bc2e890555453fe70b1f0eb3b1e839343e9498377e3b28e7eb46a3630addcad188ef06f71e8fe5b88c0f70339d8a3fbe31c2fb28f35959b705f240623675195244d44</vt:lpwstr>
  </property>
  <property fmtid="{D5CDD505-2E9C-101B-9397-08002B2CF9AE}" pid="4" name="EagleCloud2">
    <vt:lpwstr>972c20d613c2c913bcdaae44a9787a3c9564541d57b285fb8bad77c0ead7624e53e4531826e354954814ae545be9377fecf3bd8dae62c47dffb93cf4048f38afb5</vt:lpwstr>
  </property>
</Properties>
</file>