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notesMasterIdLst>
    <p:notesMasterId r:id="rId10"/>
  </p:notesMasterIdLst>
  <p:sldIdLst>
    <p:sldId id="256" r:id="rId3"/>
    <p:sldId id="331" r:id="rId4"/>
    <p:sldId id="414" r:id="rId5"/>
    <p:sldId id="421" r:id="rId6"/>
    <p:sldId id="422" r:id="rId7"/>
    <p:sldId id="423" r:id="rId8"/>
    <p:sldId id="424"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34" autoAdjust="0"/>
    <p:restoredTop sz="96067"/>
  </p:normalViewPr>
  <p:slideViewPr>
    <p:cSldViewPr snapToGrid="0">
      <p:cViewPr varScale="1">
        <p:scale>
          <a:sx n="113" d="100"/>
          <a:sy n="113" d="100"/>
        </p:scale>
        <p:origin x="208" y="304"/>
      </p:cViewPr>
      <p:guideLst/>
    </p:cSldViewPr>
  </p:slideViewPr>
  <p:outlineViewPr>
    <p:cViewPr>
      <p:scale>
        <a:sx n="33" d="100"/>
        <a:sy n="33" d="100"/>
      </p:scale>
      <p:origin x="0" y="-468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B234C0-42CF-994A-B498-2C2DAA802C99}" type="datetimeFigureOut">
              <a:rPr lang="en-CN" smtClean="0"/>
              <a:t>4/29/23</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22EA6-FE1A-C745-BE27-F2AA48395E86}" type="slidenum">
              <a:rPr lang="en-CN" smtClean="0"/>
              <a:t>‹#›</a:t>
            </a:fld>
            <a:endParaRPr lang="en-CN"/>
          </a:p>
        </p:txBody>
      </p:sp>
    </p:spTree>
    <p:extLst>
      <p:ext uri="{BB962C8B-B14F-4D97-AF65-F5344CB8AC3E}">
        <p14:creationId xmlns:p14="http://schemas.microsoft.com/office/powerpoint/2010/main" val="192899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838200" y="2692940"/>
            <a:ext cx="10515600" cy="757130"/>
          </a:xfrm>
          <a:prstGeom prst="rect">
            <a:avLst/>
          </a:prstGeom>
        </p:spPr>
        <p:txBody>
          <a:bodyPr wrap="square" anchor="b">
            <a:spAutoFit/>
          </a:bodyPr>
          <a:lstStyle>
            <a:lvl1pPr algn="ctr">
              <a:defRPr sz="4800"/>
            </a:lvl1pPr>
          </a:lstStyle>
          <a:p>
            <a:r>
              <a:rPr lang="zh-CN" altLang="en-US" dirty="0"/>
              <a:t>标题</a:t>
            </a:r>
          </a:p>
        </p:txBody>
      </p:sp>
      <p:sp>
        <p:nvSpPr>
          <p:cNvPr id="3" name="副标题 2"/>
          <p:cNvSpPr>
            <a:spLocks noGrp="1"/>
          </p:cNvSpPr>
          <p:nvPr>
            <p:ph type="subTitle" idx="1" hasCustomPrompt="1"/>
          </p:nvPr>
        </p:nvSpPr>
        <p:spPr>
          <a:xfrm>
            <a:off x="838200" y="3566399"/>
            <a:ext cx="10515600" cy="461665"/>
          </a:xfrm>
          <a:prstGeom prst="rect">
            <a:avLst/>
          </a:prstGeom>
        </p:spPr>
        <p:txBody>
          <a:bodyPr wrap="square">
            <a:sp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副标题</a:t>
            </a:r>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63142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dirty="0"/>
              <a:t>单击此处编辑母版标题样式</a:t>
            </a:r>
          </a:p>
        </p:txBody>
      </p:sp>
      <p:sp>
        <p:nvSpPr>
          <p:cNvPr id="3" name="内容占位符 2"/>
          <p:cNvSpPr>
            <a:spLocks noGrp="1"/>
          </p:cNvSpPr>
          <p:nvPr>
            <p:ph idx="1"/>
          </p:nvPr>
        </p:nvSpPr>
        <p:spPr>
          <a:xfrm>
            <a:off x="838200" y="1260000"/>
            <a:ext cx="10515600" cy="5382000"/>
          </a:xfrm>
          <a:prstGeom prst="rect">
            <a:avLst/>
          </a:prstGeom>
        </p:spPr>
        <p:txBody>
          <a:bodyPr>
            <a:normAutofit/>
          </a:bodyPr>
          <a:lstStyle>
            <a:lvl1pPr>
              <a:lnSpc>
                <a:spcPct val="100000"/>
              </a:lnSpc>
              <a:defRPr lang="zh-CN" altLang="en-US" dirty="0" smtClean="0"/>
            </a:lvl1pPr>
            <a:lvl2pPr>
              <a:lnSpc>
                <a:spcPct val="100000"/>
              </a:lnSpc>
              <a:defRPr lang="zh-CN" altLang="en-US" dirty="0" smtClean="0"/>
            </a:lvl2pPr>
            <a:lvl3pPr>
              <a:lnSpc>
                <a:spcPct val="100000"/>
              </a:lnSpc>
              <a:defRPr lang="zh-CN" altLang="en-US" dirty="0" smtClean="0"/>
            </a:lvl3pPr>
            <a:lvl4pPr>
              <a:lnSpc>
                <a:spcPct val="100000"/>
              </a:lnSpc>
              <a:defRPr lang="zh-CN" altLang="en-US" dirty="0" smtClean="0"/>
            </a:lvl4pPr>
            <a:lvl5pPr>
              <a:lnSpc>
                <a:spcPct val="100000"/>
              </a:lnSpc>
              <a:defRPr lang="zh-CN" altLang="en-US" dirty="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953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代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360000"/>
            <a:ext cx="10515600" cy="757130"/>
          </a:xfrm>
          <a:prstGeom prst="rect">
            <a:avLst/>
          </a:prstGeom>
        </p:spPr>
        <p:txBody>
          <a:bodyPr>
            <a:spAutoFit/>
          </a:bodyPr>
          <a:lstStyle/>
          <a:p>
            <a:r>
              <a:rPr lang="zh-CN" altLang="en-US"/>
              <a:t>代码</a:t>
            </a:r>
            <a:endParaRPr lang="zh-CN" altLang="en-US" dirty="0"/>
          </a:p>
        </p:txBody>
      </p:sp>
      <p:sp>
        <p:nvSpPr>
          <p:cNvPr id="3" name="内容占位符 2"/>
          <p:cNvSpPr>
            <a:spLocks noGrp="1"/>
          </p:cNvSpPr>
          <p:nvPr>
            <p:ph idx="1" hasCustomPrompt="1"/>
          </p:nvPr>
        </p:nvSpPr>
        <p:spPr>
          <a:xfrm>
            <a:off x="838200" y="1260000"/>
            <a:ext cx="10515600" cy="5382000"/>
          </a:xfrm>
          <a:prstGeom prst="rect">
            <a:avLst/>
          </a:prstGeom>
        </p:spPr>
        <p:txBody>
          <a:bodyPr>
            <a:normAutofit/>
          </a:bodyPr>
          <a:lstStyle>
            <a:lvl1pPr>
              <a:defRPr lang="zh-CN" altLang="en-US" dirty="0" smtClean="0"/>
            </a:lvl1pPr>
            <a:lvl2pPr marL="0" indent="0">
              <a:buNone/>
              <a:defRPr lang="zh-CN" altLang="en-US" sz="2000" dirty="0" smtClean="0">
                <a:latin typeface="Consolas" panose="020B0609020204030204" pitchFamily="49" charset="0"/>
              </a:defRPr>
            </a:lvl2pPr>
            <a:lvl3pPr>
              <a:defRPr lang="zh-CN" altLang="en-US" dirty="0" smtClean="0"/>
            </a:lvl3pPr>
            <a:lvl4pPr>
              <a:defRPr lang="zh-CN" altLang="en-US" dirty="0" smtClean="0"/>
            </a:lvl4pPr>
            <a:lvl5pPr>
              <a:defRPr lang="zh-CN" altLang="en-US" dirty="0"/>
            </a:lvl5pPr>
          </a:lstStyle>
          <a:p>
            <a:pPr lvl="1"/>
            <a:r>
              <a:rPr lang="en-US" altLang="zh-CN"/>
              <a:t>print("hi")</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281022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11"/>
          </p:nvPr>
        </p:nvSpPr>
        <p:spPr/>
        <p:txBody>
          <a:bodyPr/>
          <a:lstStyle>
            <a:lvl1pPr>
              <a:defRPr>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5" name="文本框 4"/>
          <p:cNvSpPr txBox="1"/>
          <p:nvPr/>
        </p:nvSpPr>
        <p:spPr>
          <a:xfrm>
            <a:off x="838201" y="1545535"/>
            <a:ext cx="8332730" cy="3970318"/>
          </a:xfrm>
          <a:prstGeom prst="rect">
            <a:avLst/>
          </a:prstGeom>
          <a:noFill/>
        </p:spPr>
        <p:txBody>
          <a:bodyPr wrap="none" rtlCol="0">
            <a:spAutoFit/>
          </a:bodyPr>
          <a:lstStyle/>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本内容版权属</a:t>
            </a:r>
            <a:r>
              <a:rPr lang="zh-CN" altLang="en-US" sz="1800">
                <a:solidFill>
                  <a:srgbClr val="FFFF00"/>
                </a:solidFill>
                <a:latin typeface="微软雅黑" panose="020B0503020204020204" pitchFamily="34" charset="-122"/>
                <a:ea typeface="微软雅黑" panose="020B0503020204020204" pitchFamily="34" charset="-122"/>
              </a:rPr>
              <a:t>杭州饥人谷教育科技有限公司</a:t>
            </a:r>
            <a:r>
              <a:rPr lang="zh-CN" altLang="en-US" sz="1800">
                <a:solidFill>
                  <a:schemeClr val="bg1"/>
                </a:solidFill>
                <a:latin typeface="微软雅黑" panose="020B0503020204020204" pitchFamily="34" charset="-122"/>
                <a:ea typeface="微软雅黑" panose="020B0503020204020204" pitchFamily="34" charset="-122"/>
              </a:rPr>
              <a:t>（简称饥人谷）所有。</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任何媒体、网站或个人未经本网协议授权不得转载、链接、转贴，</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或以其他方式复制、发布和发表。</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已获得饥人谷授权的媒体、网站或个人在使用时须注明「资料来源：饥人谷」 。</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对于违反者，饥人谷将依法追究责任。</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如果你想要购买本课程</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请微信联系 </a:t>
            </a:r>
            <a:r>
              <a:rPr lang="en-US" altLang="zh-CN" sz="1800">
                <a:solidFill>
                  <a:srgbClr val="FFFF00"/>
                </a:solidFill>
                <a:latin typeface="微软雅黑" panose="020B0503020204020204" pitchFamily="34" charset="-122"/>
                <a:ea typeface="微软雅黑" panose="020B0503020204020204" pitchFamily="34" charset="-122"/>
              </a:rPr>
              <a:t>xiedaimala02</a:t>
            </a:r>
            <a:r>
              <a:rPr lang="en-US" altLang="zh-CN" sz="1800">
                <a:solidFill>
                  <a:schemeClr val="bg1"/>
                </a:solidFill>
                <a:latin typeface="微软雅黑" panose="020B0503020204020204" pitchFamily="34" charset="-122"/>
                <a:ea typeface="微软雅黑" panose="020B0503020204020204" pitchFamily="34" charset="-122"/>
              </a:rPr>
              <a:t> </a:t>
            </a:r>
            <a:r>
              <a:rPr lang="zh-CN" altLang="en-US" sz="1800">
                <a:solidFill>
                  <a:schemeClr val="bg1"/>
                </a:solidFill>
                <a:latin typeface="微软雅黑" panose="020B0503020204020204" pitchFamily="34" charset="-122"/>
                <a:ea typeface="微软雅黑" panose="020B0503020204020204" pitchFamily="34" charset="-122"/>
              </a:rPr>
              <a:t>或 </a:t>
            </a:r>
            <a:r>
              <a:rPr lang="en-US" altLang="zh-CN" sz="1800">
                <a:solidFill>
                  <a:srgbClr val="FFFF00"/>
                </a:solidFill>
                <a:latin typeface="微软雅黑" panose="020B0503020204020204" pitchFamily="34" charset="-122"/>
                <a:ea typeface="微软雅黑" panose="020B0503020204020204" pitchFamily="34" charset="-122"/>
              </a:rPr>
              <a:t>xiedaimala03</a:t>
            </a: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如果你发现有人盗用本课程</a:t>
            </a:r>
            <a:endParaRPr lang="en-US" altLang="zh-CN" sz="1800">
              <a:solidFill>
                <a:schemeClr val="bg1"/>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a:solidFill>
                  <a:schemeClr val="bg1"/>
                </a:solidFill>
                <a:latin typeface="微软雅黑" panose="020B0503020204020204" pitchFamily="34" charset="-122"/>
                <a:ea typeface="微软雅黑" panose="020B0503020204020204" pitchFamily="34" charset="-122"/>
              </a:rPr>
              <a:t>请微信联系 </a:t>
            </a:r>
            <a:r>
              <a:rPr lang="en-US" altLang="zh-CN" sz="1800">
                <a:solidFill>
                  <a:srgbClr val="FFFF00"/>
                </a:solidFill>
                <a:latin typeface="微软雅黑" panose="020B0503020204020204" pitchFamily="34" charset="-122"/>
                <a:ea typeface="微软雅黑" panose="020B0503020204020204" pitchFamily="34" charset="-122"/>
              </a:rPr>
              <a:t>xiedaimala02</a:t>
            </a:r>
            <a:r>
              <a:rPr lang="en-US" altLang="zh-CN" sz="1800">
                <a:solidFill>
                  <a:schemeClr val="bg1"/>
                </a:solidFill>
                <a:latin typeface="微软雅黑" panose="020B0503020204020204" pitchFamily="34" charset="-122"/>
                <a:ea typeface="微软雅黑" panose="020B0503020204020204" pitchFamily="34" charset="-122"/>
              </a:rPr>
              <a:t> </a:t>
            </a:r>
            <a:r>
              <a:rPr lang="zh-CN" altLang="en-US" sz="1800">
                <a:solidFill>
                  <a:schemeClr val="bg1"/>
                </a:solidFill>
                <a:latin typeface="微软雅黑" panose="020B0503020204020204" pitchFamily="34" charset="-122"/>
                <a:ea typeface="微软雅黑" panose="020B0503020204020204" pitchFamily="34" charset="-122"/>
              </a:rPr>
              <a:t>或 </a:t>
            </a:r>
            <a:r>
              <a:rPr lang="en-US" altLang="zh-CN" sz="1800">
                <a:solidFill>
                  <a:srgbClr val="FFFF00"/>
                </a:solidFill>
                <a:latin typeface="微软雅黑" panose="020B0503020204020204" pitchFamily="34" charset="-122"/>
                <a:ea typeface="微软雅黑" panose="020B0503020204020204" pitchFamily="34" charset="-122"/>
              </a:rPr>
              <a:t>xiedaimala03</a:t>
            </a:r>
          </a:p>
        </p:txBody>
      </p:sp>
      <p:sp>
        <p:nvSpPr>
          <p:cNvPr id="7" name="文本框 6"/>
          <p:cNvSpPr txBox="1"/>
          <p:nvPr/>
        </p:nvSpPr>
        <p:spPr>
          <a:xfrm>
            <a:off x="838200" y="286134"/>
            <a:ext cx="2646878" cy="830997"/>
          </a:xfrm>
          <a:prstGeom prst="rect">
            <a:avLst/>
          </a:prstGeom>
          <a:noFill/>
        </p:spPr>
        <p:txBody>
          <a:bodyPr wrap="none" rtlCol="0">
            <a:spAutoFit/>
          </a:bodyPr>
          <a:lstStyle/>
          <a:p>
            <a:r>
              <a:rPr lang="zh-CN" altLang="en-US" sz="4800">
                <a:solidFill>
                  <a:schemeClr val="bg1"/>
                </a:solidFill>
                <a:latin typeface="微软雅黑" panose="020B0503020204020204" pitchFamily="34" charset="-122"/>
                <a:ea typeface="微软雅黑" panose="020B0503020204020204" pitchFamily="34" charset="-122"/>
              </a:rPr>
              <a:t>版权声明</a:t>
            </a:r>
          </a:p>
        </p:txBody>
      </p:sp>
    </p:spTree>
    <p:extLst>
      <p:ext uri="{BB962C8B-B14F-4D97-AF65-F5344CB8AC3E}">
        <p14:creationId xmlns:p14="http://schemas.microsoft.com/office/powerpoint/2010/main" val="3669282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69332"/>
          </a:xfrm>
          <a:prstGeom prst="rect">
            <a:avLst/>
          </a:prstGeom>
        </p:spPr>
        <p:txBody>
          <a:bodyPr>
            <a:spAutoFit/>
          </a:bodyPr>
          <a:lstStyle>
            <a:lvl1pPr marL="0" indent="0">
              <a:buNone/>
              <a:defRPr sz="1800">
                <a:solidFill>
                  <a:schemeClr val="bg1">
                    <a:lumMod val="8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565595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7" name="内容占位符 2"/>
          <p:cNvSpPr>
            <a:spLocks noGrp="1"/>
          </p:cNvSpPr>
          <p:nvPr>
            <p:ph idx="13" hasCustomPrompt="1"/>
          </p:nvPr>
        </p:nvSpPr>
        <p:spPr>
          <a:xfrm>
            <a:off x="0" y="0"/>
            <a:ext cx="12192000" cy="6858000"/>
          </a:xfrm>
          <a:prstGeom prst="rect">
            <a:avLst/>
          </a:prstGeom>
        </p:spPr>
        <p:txBody>
          <a:bodyPr wrap="square">
            <a:noAutofit/>
          </a:bodyPr>
          <a:lstStyle>
            <a:lvl1pPr marL="0" indent="0" algn="ctr">
              <a:buNone/>
              <a:defRPr/>
            </a:lvl1pPr>
            <a:lvl2pPr marL="0" indent="0" algn="ctr">
              <a:buNone/>
              <a:defRPr/>
            </a:lvl2pPr>
            <a:lvl3pPr marL="0" indent="0" algn="ctr">
              <a:buNone/>
              <a:defRPr/>
            </a:lvl3pPr>
            <a:lvl4pPr marL="0" indent="0" algn="ctr">
              <a:buNone/>
              <a:defRPr/>
            </a:lvl4pPr>
            <a:lvl5pPr marL="0" indent="0" algn="ctr">
              <a:buNone/>
              <a:defRPr/>
            </a:lvl5pPr>
          </a:lstStyle>
          <a:p>
            <a:pPr lvl="0"/>
            <a:r>
              <a:rPr lang="zh-CN" altLang="en-US" dirty="0"/>
              <a:t>背景</a:t>
            </a:r>
          </a:p>
        </p:txBody>
      </p:sp>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69332"/>
          </a:xfrm>
          <a:prstGeom prst="rect">
            <a:avLst/>
          </a:prstGeom>
        </p:spPr>
        <p:txBody>
          <a:bodyPr>
            <a:spAutoFit/>
          </a:bodyPr>
          <a:lstStyle>
            <a:lvl1pPr marL="0" indent="0">
              <a:buNone/>
              <a:defRPr sz="1800">
                <a:solidFill>
                  <a:schemeClr val="bg1">
                    <a:lumMod val="8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8"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10"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257502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p>
        </p:txBody>
      </p:sp>
      <p:sp>
        <p:nvSpPr>
          <p:cNvPr id="6"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8"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1997044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6"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8"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220151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838200" y="2692940"/>
            <a:ext cx="10515600" cy="757130"/>
          </a:xfrm>
          <a:prstGeom prst="rect">
            <a:avLst/>
          </a:prstGeom>
        </p:spPr>
        <p:txBody>
          <a:bodyPr wrap="square" anchor="b">
            <a:spAutoFit/>
          </a:bodyPr>
          <a:lstStyle>
            <a:lvl1pPr algn="ctr">
              <a:defRPr sz="4800">
                <a:solidFill>
                  <a:srgbClr val="2B4576"/>
                </a:solidFill>
              </a:defRPr>
            </a:lvl1pPr>
          </a:lstStyle>
          <a:p>
            <a:r>
              <a:rPr lang="zh-CN" altLang="en-US" dirty="0"/>
              <a:t>标题</a:t>
            </a:r>
          </a:p>
        </p:txBody>
      </p:sp>
      <p:sp>
        <p:nvSpPr>
          <p:cNvPr id="3" name="副标题 2"/>
          <p:cNvSpPr>
            <a:spLocks noGrp="1"/>
          </p:cNvSpPr>
          <p:nvPr>
            <p:ph type="subTitle" idx="1" hasCustomPrompt="1"/>
          </p:nvPr>
        </p:nvSpPr>
        <p:spPr>
          <a:xfrm>
            <a:off x="838200" y="3509546"/>
            <a:ext cx="10515600" cy="424732"/>
          </a:xfrm>
          <a:prstGeom prst="rect">
            <a:avLst/>
          </a:prstGeom>
        </p:spPr>
        <p:txBody>
          <a:bodyPr wrap="square">
            <a:sp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副标题</a:t>
            </a:r>
          </a:p>
        </p:txBody>
      </p:sp>
      <p:sp>
        <p:nvSpPr>
          <p:cNvPr id="7"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8"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407100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11"/>
          </p:nvPr>
        </p:nvSpPr>
        <p:spPr/>
        <p:txBody>
          <a:bodyPr/>
          <a:lstStyle>
            <a:lvl1pPr>
              <a:defRPr>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5" name="文本框 4"/>
          <p:cNvSpPr txBox="1"/>
          <p:nvPr/>
        </p:nvSpPr>
        <p:spPr>
          <a:xfrm>
            <a:off x="838201" y="1545535"/>
            <a:ext cx="8332730" cy="3970318"/>
          </a:xfrm>
          <a:prstGeom prst="rect">
            <a:avLst/>
          </a:prstGeom>
          <a:noFill/>
        </p:spPr>
        <p:txBody>
          <a:bodyPr wrap="none" rtlCol="0">
            <a:spAutoFit/>
          </a:bodyPr>
          <a:lstStyle/>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本内容版权属</a:t>
            </a:r>
            <a:r>
              <a:rPr lang="zh-CN" altLang="en-US" sz="1800">
                <a:solidFill>
                  <a:srgbClr val="FF0000"/>
                </a:solidFill>
                <a:latin typeface="微软雅黑" panose="020B0503020204020204" pitchFamily="34" charset="-122"/>
                <a:ea typeface="微软雅黑" panose="020B0503020204020204" pitchFamily="34" charset="-122"/>
              </a:rPr>
              <a:t>杭州饥人谷教育科技有限公司</a:t>
            </a:r>
            <a:r>
              <a:rPr lang="zh-CN" altLang="en-US" sz="1800">
                <a:solidFill>
                  <a:srgbClr val="2B4576"/>
                </a:solidFill>
                <a:latin typeface="微软雅黑" panose="020B0503020204020204" pitchFamily="34" charset="-122"/>
                <a:ea typeface="微软雅黑" panose="020B0503020204020204" pitchFamily="34" charset="-122"/>
              </a:rPr>
              <a:t>（简称饥人谷）所有。</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任何媒体、网站或个人未经本网协议授权不得转载、链接、转贴，</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或以其他方式复制、发布和发表。</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已获得饥人谷授权的媒体、网站或个人在使用时须注明「资料来源：饥人谷」 。</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对于违反者，饥人谷将依法追究责任。</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如果你想要购买本课程</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请微信联系 </a:t>
            </a:r>
            <a:r>
              <a:rPr lang="en-US" altLang="zh-CN" sz="1800">
                <a:solidFill>
                  <a:srgbClr val="FF0000"/>
                </a:solidFill>
                <a:latin typeface="微软雅黑" panose="020B0503020204020204" pitchFamily="34" charset="-122"/>
                <a:ea typeface="微软雅黑" panose="020B0503020204020204" pitchFamily="34" charset="-122"/>
              </a:rPr>
              <a:t>xiedaimala02</a:t>
            </a:r>
            <a:r>
              <a:rPr lang="en-US" altLang="zh-CN" sz="1800">
                <a:solidFill>
                  <a:srgbClr val="2B4576"/>
                </a:solidFill>
                <a:latin typeface="微软雅黑" panose="020B0503020204020204" pitchFamily="34" charset="-122"/>
                <a:ea typeface="微软雅黑" panose="020B0503020204020204" pitchFamily="34" charset="-122"/>
              </a:rPr>
              <a:t> </a:t>
            </a:r>
            <a:r>
              <a:rPr lang="zh-CN" altLang="en-US" sz="1800">
                <a:solidFill>
                  <a:srgbClr val="2B4576"/>
                </a:solidFill>
                <a:latin typeface="微软雅黑" panose="020B0503020204020204" pitchFamily="34" charset="-122"/>
                <a:ea typeface="微软雅黑" panose="020B0503020204020204" pitchFamily="34" charset="-122"/>
              </a:rPr>
              <a:t>或 </a:t>
            </a:r>
            <a:r>
              <a:rPr lang="en-US" altLang="zh-CN" sz="1800">
                <a:solidFill>
                  <a:srgbClr val="FF0000"/>
                </a:solidFill>
                <a:latin typeface="微软雅黑" panose="020B0503020204020204" pitchFamily="34" charset="-122"/>
                <a:ea typeface="微软雅黑" panose="020B0503020204020204" pitchFamily="34" charset="-122"/>
              </a:rPr>
              <a:t>xiedaimala03</a:t>
            </a: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如果你发现有人盗用本课程</a:t>
            </a:r>
            <a:endParaRPr lang="en-US" altLang="zh-CN" sz="1800">
              <a:solidFill>
                <a:srgbClr val="2B4576"/>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a:solidFill>
                  <a:srgbClr val="2B4576"/>
                </a:solidFill>
                <a:latin typeface="微软雅黑" panose="020B0503020204020204" pitchFamily="34" charset="-122"/>
                <a:ea typeface="微软雅黑" panose="020B0503020204020204" pitchFamily="34" charset="-122"/>
              </a:rPr>
              <a:t>请微信联系 </a:t>
            </a:r>
            <a:r>
              <a:rPr lang="en-US" altLang="zh-CN" sz="1800">
                <a:solidFill>
                  <a:srgbClr val="FF0000"/>
                </a:solidFill>
                <a:latin typeface="微软雅黑" panose="020B0503020204020204" pitchFamily="34" charset="-122"/>
                <a:ea typeface="微软雅黑" panose="020B0503020204020204" pitchFamily="34" charset="-122"/>
              </a:rPr>
              <a:t>xiedaimala02</a:t>
            </a:r>
            <a:r>
              <a:rPr lang="en-US" altLang="zh-CN" sz="1800">
                <a:solidFill>
                  <a:srgbClr val="2B4576"/>
                </a:solidFill>
                <a:latin typeface="微软雅黑" panose="020B0503020204020204" pitchFamily="34" charset="-122"/>
                <a:ea typeface="微软雅黑" panose="020B0503020204020204" pitchFamily="34" charset="-122"/>
              </a:rPr>
              <a:t> </a:t>
            </a:r>
            <a:r>
              <a:rPr lang="zh-CN" altLang="en-US" sz="1800">
                <a:solidFill>
                  <a:srgbClr val="2B4576"/>
                </a:solidFill>
                <a:latin typeface="微软雅黑" panose="020B0503020204020204" pitchFamily="34" charset="-122"/>
                <a:ea typeface="微软雅黑" panose="020B0503020204020204" pitchFamily="34" charset="-122"/>
              </a:rPr>
              <a:t>或 </a:t>
            </a:r>
            <a:r>
              <a:rPr lang="en-US" altLang="zh-CN" sz="1800">
                <a:solidFill>
                  <a:srgbClr val="FF0000"/>
                </a:solidFill>
                <a:latin typeface="微软雅黑" panose="020B0503020204020204" pitchFamily="34" charset="-122"/>
                <a:ea typeface="微软雅黑" panose="020B0503020204020204" pitchFamily="34" charset="-122"/>
              </a:rPr>
              <a:t>xiedaimala03</a:t>
            </a:r>
          </a:p>
        </p:txBody>
      </p:sp>
      <p:sp>
        <p:nvSpPr>
          <p:cNvPr id="7" name="文本框 6"/>
          <p:cNvSpPr txBox="1"/>
          <p:nvPr/>
        </p:nvSpPr>
        <p:spPr>
          <a:xfrm>
            <a:off x="838200" y="286134"/>
            <a:ext cx="2646878" cy="830997"/>
          </a:xfrm>
          <a:prstGeom prst="rect">
            <a:avLst/>
          </a:prstGeom>
          <a:noFill/>
        </p:spPr>
        <p:txBody>
          <a:bodyPr wrap="none" rtlCol="0">
            <a:spAutoFit/>
          </a:bodyPr>
          <a:lstStyle/>
          <a:p>
            <a:r>
              <a:rPr lang="zh-CN" altLang="en-US" sz="4800">
                <a:solidFill>
                  <a:srgbClr val="2B4576"/>
                </a:solidFill>
                <a:latin typeface="微软雅黑" panose="020B0503020204020204" pitchFamily="34" charset="-122"/>
                <a:ea typeface="微软雅黑" panose="020B0503020204020204" pitchFamily="34" charset="-122"/>
              </a:rPr>
              <a:t>版权声明</a:t>
            </a:r>
          </a:p>
        </p:txBody>
      </p:sp>
    </p:spTree>
    <p:extLst>
      <p:ext uri="{BB962C8B-B14F-4D97-AF65-F5344CB8AC3E}">
        <p14:creationId xmlns:p14="http://schemas.microsoft.com/office/powerpoint/2010/main" val="2504178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代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360000"/>
            <a:ext cx="10515600" cy="757130"/>
          </a:xfrm>
          <a:prstGeom prst="rect">
            <a:avLst/>
          </a:prstGeom>
        </p:spPr>
        <p:txBody>
          <a:bodyPr>
            <a:spAutoFit/>
          </a:bodyPr>
          <a:lstStyle/>
          <a:p>
            <a:r>
              <a:rPr lang="zh-CN" altLang="en-US"/>
              <a:t>代码</a:t>
            </a:r>
            <a:endParaRPr lang="zh-CN" altLang="en-US" dirty="0"/>
          </a:p>
        </p:txBody>
      </p:sp>
      <p:sp>
        <p:nvSpPr>
          <p:cNvPr id="3" name="内容占位符 2"/>
          <p:cNvSpPr>
            <a:spLocks noGrp="1"/>
          </p:cNvSpPr>
          <p:nvPr>
            <p:ph idx="1" hasCustomPrompt="1"/>
          </p:nvPr>
        </p:nvSpPr>
        <p:spPr>
          <a:xfrm>
            <a:off x="838200" y="1260000"/>
            <a:ext cx="10515600" cy="5382000"/>
          </a:xfrm>
          <a:prstGeom prst="rect">
            <a:avLst/>
          </a:prstGeom>
        </p:spPr>
        <p:txBody>
          <a:bodyPr>
            <a:normAutofit/>
          </a:bodyPr>
          <a:lstStyle>
            <a:lvl1pPr>
              <a:defRPr lang="zh-CN" altLang="en-US" dirty="0" smtClean="0"/>
            </a:lvl1pPr>
            <a:lvl2pPr marL="0" indent="0">
              <a:buNone/>
              <a:defRPr lang="zh-CN" altLang="en-US" sz="2000" dirty="0" smtClean="0">
                <a:latin typeface="Consolas" panose="020B0609020204030204" pitchFamily="49" charset="0"/>
              </a:defRPr>
            </a:lvl2pPr>
            <a:lvl3pPr>
              <a:defRPr lang="zh-CN" altLang="en-US" dirty="0" smtClean="0"/>
            </a:lvl3pPr>
            <a:lvl4pPr>
              <a:defRPr lang="zh-CN" altLang="en-US" dirty="0" smtClean="0"/>
            </a:lvl4pPr>
            <a:lvl5pPr>
              <a:defRPr lang="zh-CN" altLang="en-US" dirty="0"/>
            </a:lvl5pPr>
          </a:lstStyle>
          <a:p>
            <a:pPr lvl="1"/>
            <a:r>
              <a:rPr lang="en-US" altLang="zh-CN"/>
              <a:t>print("hi")</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142021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endParaRPr lang="zh-CN" altLang="en-US" dirty="0"/>
          </a:p>
        </p:txBody>
      </p:sp>
      <p:sp>
        <p:nvSpPr>
          <p:cNvPr id="3" name="内容占位符 2"/>
          <p:cNvSpPr>
            <a:spLocks noGrp="1"/>
          </p:cNvSpPr>
          <p:nvPr>
            <p:ph idx="1"/>
          </p:nvPr>
        </p:nvSpPr>
        <p:spPr>
          <a:xfrm>
            <a:off x="838200" y="1260000"/>
            <a:ext cx="10515600" cy="5382000"/>
          </a:xfrm>
          <a:prstGeom prst="rect">
            <a:avLst/>
          </a:prstGeom>
        </p:spPr>
        <p:txBody>
          <a:bodyPr>
            <a:normAutofit/>
          </a:bodyPr>
          <a:lstStyle>
            <a:lvl1pPr>
              <a:defRPr lang="zh-CN" altLang="en-US" dirty="0" smtClean="0"/>
            </a:lvl1pPr>
            <a:lvl2pPr>
              <a:buSzPct val="100000"/>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0"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839175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8" name="内容占位符 2"/>
          <p:cNvSpPr>
            <a:spLocks noGrp="1"/>
          </p:cNvSpPr>
          <p:nvPr>
            <p:ph idx="13"/>
          </p:nvPr>
        </p:nvSpPr>
        <p:spPr>
          <a:xfrm>
            <a:off x="0" y="3"/>
            <a:ext cx="12192000" cy="6857999"/>
          </a:xfrm>
          <a:prstGeom prst="rect">
            <a:avLst/>
          </a:prstGeom>
        </p:spPr>
        <p:txBody>
          <a:bodyPr wrap="square" anchor="t">
            <a:noAutofit/>
          </a:bodyPr>
          <a:lstStyle>
            <a:lvl1pPr marL="0" indent="0" algn="ctr">
              <a:buNone/>
              <a:defRPr/>
            </a:lvl1pPr>
          </a:lstStyle>
          <a:p>
            <a:pPr lvl="0"/>
            <a:r>
              <a:rPr lang="zh-CN" altLang="en-US"/>
              <a:t>编辑母版文本样式</a:t>
            </a:r>
          </a:p>
        </p:txBody>
      </p:sp>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41632"/>
          </a:xfrm>
          <a:prstGeom prst="rect">
            <a:avLst/>
          </a:prstGeom>
        </p:spPr>
        <p:txBody>
          <a:bodyPr>
            <a:spAutoFit/>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10"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1"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2251338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41632"/>
          </a:xfrm>
          <a:prstGeom prst="rect">
            <a:avLst/>
          </a:prstGeom>
        </p:spPr>
        <p:txBody>
          <a:bodyPr>
            <a:spAutoFit/>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9"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0"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53257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endParaRPr lang="zh-CN" altLang="en-US" dirty="0"/>
          </a:p>
        </p:txBody>
      </p:sp>
      <p:sp>
        <p:nvSpPr>
          <p:cNvPr id="6"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7"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056737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6"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26084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384F88"/>
            </a:gs>
            <a:gs pos="100000">
              <a:srgbClr val="1E2C61"/>
            </a:gs>
          </a:gsLst>
          <a:lin ang="5400000" scaled="1"/>
        </a:gradFill>
        <a:effectLst/>
      </p:bgPr>
    </p:bg>
    <p:spTree>
      <p:nvGrpSpPr>
        <p:cNvPr id="1" name=""/>
        <p:cNvGrpSpPr/>
        <p:nvPr/>
      </p:nvGrpSpPr>
      <p:grpSpPr>
        <a:xfrm>
          <a:off x="0" y="0"/>
          <a:ext cx="0" cy="0"/>
          <a:chOff x="0" y="0"/>
          <a:chExt cx="0" cy="0"/>
        </a:xfrm>
      </p:grpSpPr>
      <p:sp>
        <p:nvSpPr>
          <p:cNvPr id="7" name="标题占位符 6"/>
          <p:cNvSpPr>
            <a:spLocks noGrp="1"/>
          </p:cNvSpPr>
          <p:nvPr>
            <p:ph type="title"/>
          </p:nvPr>
        </p:nvSpPr>
        <p:spPr>
          <a:xfrm>
            <a:off x="838200" y="360000"/>
            <a:ext cx="10515600" cy="757130"/>
          </a:xfrm>
          <a:prstGeom prst="rect">
            <a:avLst/>
          </a:prstGeom>
        </p:spPr>
        <p:txBody>
          <a:bodyPr vert="horz" lIns="91440" tIns="45720" rIns="91440" bIns="45720" rtlCol="0" anchor="ctr">
            <a:spAutoFit/>
          </a:bodyPr>
          <a:lstStyle/>
          <a:p>
            <a:r>
              <a:rPr lang="zh-CN" altLang="en-US" dirty="0"/>
              <a:t>标题</a:t>
            </a:r>
          </a:p>
        </p:txBody>
      </p:sp>
      <p:sp>
        <p:nvSpPr>
          <p:cNvPr id="8" name="文本占位符 7"/>
          <p:cNvSpPr>
            <a:spLocks noGrp="1"/>
          </p:cNvSpPr>
          <p:nvPr>
            <p:ph type="body" idx="1"/>
          </p:nvPr>
        </p:nvSpPr>
        <p:spPr>
          <a:xfrm>
            <a:off x="838200" y="1260000"/>
            <a:ext cx="10515600" cy="53820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2" name="文本框 1">
            <a:extLst>
              <a:ext uri="{FF2B5EF4-FFF2-40B4-BE49-F238E27FC236}">
                <a16:creationId xmlns:a16="http://schemas.microsoft.com/office/drawing/2014/main" id="{CFFC00A0-87D4-4A61-9BF9-412D314D1DAF}"/>
              </a:ext>
            </a:extLst>
          </p:cNvPr>
          <p:cNvSpPr txBox="1"/>
          <p:nvPr/>
        </p:nvSpPr>
        <p:spPr>
          <a:xfrm>
            <a:off x="5546971" y="6673056"/>
            <a:ext cx="1098058" cy="153888"/>
          </a:xfrm>
          <a:prstGeom prst="rect">
            <a:avLst/>
          </a:prstGeom>
          <a:noFill/>
        </p:spPr>
        <p:txBody>
          <a:bodyPr wrap="none" lIns="0" tIns="0" rIns="0" bIns="0" rtlCol="0">
            <a:spAutoFit/>
          </a:bodyPr>
          <a:lstStyle/>
          <a:p>
            <a:r>
              <a:rPr lang="zh-CN" altLang="en-US" sz="1000">
                <a:solidFill>
                  <a:schemeClr val="bg1">
                    <a:lumMod val="75000"/>
                  </a:schemeClr>
                </a:solidFill>
                <a:latin typeface="微软雅黑" panose="020B0503020204020204" pitchFamily="34" charset="-122"/>
                <a:ea typeface="微软雅黑" panose="020B0503020204020204" pitchFamily="34" charset="-122"/>
              </a:rPr>
              <a:t>版权所有 </a:t>
            </a:r>
            <a:r>
              <a:rPr lang="en-US" altLang="zh-CN" sz="1000">
                <a:solidFill>
                  <a:schemeClr val="bg1">
                    <a:lumMod val="75000"/>
                  </a:schemeClr>
                </a:solidFill>
                <a:latin typeface="微软雅黑" panose="020B0503020204020204" pitchFamily="34" charset="-122"/>
                <a:ea typeface="微软雅黑" panose="020B0503020204020204" pitchFamily="34" charset="-122"/>
              </a:rPr>
              <a:t>© </a:t>
            </a:r>
            <a:r>
              <a:rPr lang="zh-CN" altLang="en-US" sz="1000">
                <a:solidFill>
                  <a:schemeClr val="bg1">
                    <a:lumMod val="75000"/>
                  </a:schemeClr>
                </a:solidFill>
                <a:latin typeface="微软雅黑" panose="020B0503020204020204" pitchFamily="34" charset="-122"/>
                <a:ea typeface="微软雅黑" panose="020B0503020204020204" pitchFamily="34" charset="-122"/>
              </a:rPr>
              <a:t>饥人谷</a:t>
            </a:r>
          </a:p>
        </p:txBody>
      </p:sp>
    </p:spTree>
    <p:extLst>
      <p:ext uri="{BB962C8B-B14F-4D97-AF65-F5344CB8AC3E}">
        <p14:creationId xmlns:p14="http://schemas.microsoft.com/office/powerpoint/2010/main" val="4883709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9" r:id="rId3"/>
    <p:sldLayoutId id="2147483675" r:id="rId4"/>
    <p:sldLayoutId id="2147483678" r:id="rId5"/>
    <p:sldLayoutId id="2147483677" r:id="rId6"/>
    <p:sldLayoutId id="2147483679" r:id="rId7"/>
    <p:sldLayoutId id="2147483680" r:id="rId8"/>
  </p:sldLayoutIdLst>
  <p:txStyles>
    <p:title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p:titleStyle>
    <p:bodyStyle>
      <a:lvl1pPr marL="0" indent="-360000" algn="l" defTabSz="685800" rtl="0" eaLnBrk="1" latinLnBrk="0" hangingPunct="1">
        <a:lnSpc>
          <a:spcPct val="100000"/>
        </a:lnSpc>
        <a:spcBef>
          <a:spcPts val="1600"/>
        </a:spcBef>
        <a:buFont typeface="Arial" panose="020B0604020202020204" pitchFamily="34" charset="0"/>
        <a:buChar char="•"/>
        <a:defRPr lang="zh-CN" altLang="en-US" sz="3600" kern="1200" dirty="0" smtClean="0">
          <a:solidFill>
            <a:srgbClr val="FFDE85"/>
          </a:solidFill>
          <a:latin typeface="微软雅黑" panose="020B0503020204020204" pitchFamily="34" charset="-122"/>
          <a:ea typeface="微软雅黑" panose="020B0503020204020204" pitchFamily="34" charset="-122"/>
          <a:cs typeface="+mn-cs"/>
        </a:defRPr>
      </a:lvl1pPr>
      <a:lvl2pPr marL="0" indent="-360000" algn="l" defTabSz="685800" rtl="0" eaLnBrk="1" latinLnBrk="0" hangingPunct="1">
        <a:lnSpc>
          <a:spcPct val="100000"/>
        </a:lnSpc>
        <a:spcBef>
          <a:spcPts val="375"/>
        </a:spcBef>
        <a:buSzPct val="100000"/>
        <a:buFont typeface="Wingdings" panose="05000000000000000000" pitchFamily="2" charset="2"/>
        <a:buChar char="ü"/>
        <a:defRPr sz="2400" kern="1200">
          <a:solidFill>
            <a:schemeClr val="bg1"/>
          </a:solidFill>
          <a:latin typeface="微软雅黑" panose="020B0503020204020204" pitchFamily="34" charset="-122"/>
          <a:ea typeface="微软雅黑" panose="020B0503020204020204" pitchFamily="34" charset="-122"/>
          <a:cs typeface="+mn-cs"/>
        </a:defRPr>
      </a:lvl2pPr>
      <a:lvl3pPr marL="0" indent="-360000" algn="l" defTabSz="685800" rtl="0" eaLnBrk="1" latinLnBrk="0" hangingPunct="1">
        <a:lnSpc>
          <a:spcPct val="100000"/>
        </a:lnSpc>
        <a:spcBef>
          <a:spcPts val="375"/>
        </a:spcBef>
        <a:buFont typeface="Arial" panose="020B0604020202020204" pitchFamily="34" charset="0"/>
        <a:buChar char="•"/>
        <a:defRPr sz="2000" kern="1200">
          <a:solidFill>
            <a:schemeClr val="bg1"/>
          </a:solidFill>
          <a:latin typeface="微软雅黑" panose="020B0503020204020204" pitchFamily="34" charset="-122"/>
          <a:ea typeface="微软雅黑" panose="020B0503020204020204" pitchFamily="34" charset="-122"/>
          <a:cs typeface="+mn-cs"/>
        </a:defRPr>
      </a:lvl3pPr>
      <a:lvl4pPr marL="0" indent="-36000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4pPr>
      <a:lvl5pPr marL="0" indent="-36000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F9FCFF"/>
            </a:gs>
            <a:gs pos="100000">
              <a:srgbClr val="EBF7FF"/>
            </a:gs>
          </a:gsLst>
          <a:lin ang="5400000" scaled="1"/>
        </a:gradFill>
        <a:effectLst/>
      </p:bgPr>
    </p:bg>
    <p:spTree>
      <p:nvGrpSpPr>
        <p:cNvPr id="1" name=""/>
        <p:cNvGrpSpPr/>
        <p:nvPr/>
      </p:nvGrpSpPr>
      <p:grpSpPr>
        <a:xfrm>
          <a:off x="0" y="0"/>
          <a:ext cx="0" cy="0"/>
          <a:chOff x="0" y="0"/>
          <a:chExt cx="0" cy="0"/>
        </a:xfrm>
      </p:grpSpPr>
      <p:sp>
        <p:nvSpPr>
          <p:cNvPr id="7" name="标题占位符 6"/>
          <p:cNvSpPr>
            <a:spLocks noGrp="1"/>
          </p:cNvSpPr>
          <p:nvPr>
            <p:ph type="title"/>
          </p:nvPr>
        </p:nvSpPr>
        <p:spPr>
          <a:xfrm>
            <a:off x="838200" y="360000"/>
            <a:ext cx="10515600" cy="757130"/>
          </a:xfrm>
          <a:prstGeom prst="rect">
            <a:avLst/>
          </a:prstGeom>
        </p:spPr>
        <p:txBody>
          <a:bodyPr vert="horz" lIns="91440" tIns="45720" rIns="91440" bIns="45720" rtlCol="0" anchor="ctr">
            <a:spAutoFit/>
          </a:bodyPr>
          <a:lstStyle/>
          <a:p>
            <a:r>
              <a:rPr lang="zh-CN" altLang="en-US" dirty="0"/>
              <a:t>标题</a:t>
            </a:r>
          </a:p>
        </p:txBody>
      </p:sp>
      <p:sp>
        <p:nvSpPr>
          <p:cNvPr id="8" name="文本占位符 7"/>
          <p:cNvSpPr>
            <a:spLocks noGrp="1"/>
          </p:cNvSpPr>
          <p:nvPr>
            <p:ph type="body" idx="1"/>
          </p:nvPr>
        </p:nvSpPr>
        <p:spPr>
          <a:xfrm>
            <a:off x="838200" y="1261130"/>
            <a:ext cx="10515600" cy="538087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fld id="{AA6B6B8B-E38A-4C92-8797-81FA559B205F}" type="slidenum">
              <a:rPr lang="zh-CN" altLang="en-US" smtClean="0"/>
              <a:pPr/>
              <a:t>‹#›</a:t>
            </a:fld>
            <a:endParaRPr lang="zh-CN" altLang="en-US"/>
          </a:p>
        </p:txBody>
      </p:sp>
      <p:sp>
        <p:nvSpPr>
          <p:cNvPr id="2"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框 2">
            <a:extLst>
              <a:ext uri="{FF2B5EF4-FFF2-40B4-BE49-F238E27FC236}">
                <a16:creationId xmlns:a16="http://schemas.microsoft.com/office/drawing/2014/main" id="{DF4C8E59-2062-4974-9D8C-C0D011B313F2}"/>
              </a:ext>
            </a:extLst>
          </p:cNvPr>
          <p:cNvSpPr txBox="1"/>
          <p:nvPr/>
        </p:nvSpPr>
        <p:spPr>
          <a:xfrm>
            <a:off x="5363962" y="6673056"/>
            <a:ext cx="1098058" cy="153888"/>
          </a:xfrm>
          <a:prstGeom prst="rect">
            <a:avLst/>
          </a:prstGeom>
          <a:noFill/>
        </p:spPr>
        <p:txBody>
          <a:bodyPr wrap="none" lIns="0" tIns="0" rIns="0" bIns="0" rtlCol="0">
            <a:spAutoFit/>
          </a:bodyPr>
          <a:lstStyle/>
          <a:p>
            <a:r>
              <a:rPr lang="zh-CN" altLang="en-US" sz="1000">
                <a:solidFill>
                  <a:schemeClr val="bg1">
                    <a:lumMod val="75000"/>
                  </a:schemeClr>
                </a:solidFill>
                <a:latin typeface="微软雅黑" panose="020B0503020204020204" pitchFamily="34" charset="-122"/>
                <a:ea typeface="微软雅黑" panose="020B0503020204020204" pitchFamily="34" charset="-122"/>
              </a:rPr>
              <a:t>版权所有 </a:t>
            </a:r>
            <a:r>
              <a:rPr lang="en-US" altLang="zh-CN" sz="1000">
                <a:solidFill>
                  <a:schemeClr val="bg1">
                    <a:lumMod val="75000"/>
                  </a:schemeClr>
                </a:solidFill>
                <a:latin typeface="微软雅黑" panose="020B0503020204020204" pitchFamily="34" charset="-122"/>
                <a:ea typeface="微软雅黑" panose="020B0503020204020204" pitchFamily="34" charset="-122"/>
              </a:rPr>
              <a:t>© </a:t>
            </a:r>
            <a:r>
              <a:rPr lang="zh-CN" altLang="en-US" sz="1000">
                <a:solidFill>
                  <a:schemeClr val="bg1">
                    <a:lumMod val="75000"/>
                  </a:schemeClr>
                </a:solidFill>
                <a:latin typeface="微软雅黑" panose="020B0503020204020204" pitchFamily="34" charset="-122"/>
                <a:ea typeface="微软雅黑" panose="020B0503020204020204" pitchFamily="34" charset="-122"/>
              </a:rPr>
              <a:t>饥人谷</a:t>
            </a:r>
          </a:p>
        </p:txBody>
      </p:sp>
    </p:spTree>
    <p:extLst>
      <p:ext uri="{BB962C8B-B14F-4D97-AF65-F5344CB8AC3E}">
        <p14:creationId xmlns:p14="http://schemas.microsoft.com/office/powerpoint/2010/main" val="953395384"/>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90" r:id="rId3"/>
    <p:sldLayoutId id="2147483683" r:id="rId4"/>
    <p:sldLayoutId id="2147483684" r:id="rId5"/>
    <p:sldLayoutId id="2147483685" r:id="rId6"/>
    <p:sldLayoutId id="2147483686" r:id="rId7"/>
    <p:sldLayoutId id="2147483687" r:id="rId8"/>
  </p:sldLayoutIdLst>
  <p:hf hdr="0" dt="0"/>
  <p:txStyles>
    <p:titleStyle>
      <a:lvl1pPr algn="l" defTabSz="685800" rtl="0" eaLnBrk="1" latinLnBrk="0" hangingPunct="1">
        <a:lnSpc>
          <a:spcPct val="90000"/>
        </a:lnSpc>
        <a:spcBef>
          <a:spcPct val="0"/>
        </a:spcBef>
        <a:buNone/>
        <a:defRPr sz="4800" kern="1200">
          <a:solidFill>
            <a:srgbClr val="2B4576"/>
          </a:solidFill>
          <a:latin typeface="微软雅黑" panose="020B0503020204020204" pitchFamily="34" charset="-122"/>
          <a:ea typeface="微软雅黑" panose="020B0503020204020204" pitchFamily="34" charset="-122"/>
          <a:cs typeface="+mj-cs"/>
        </a:defRPr>
      </a:lvl1pPr>
    </p:titleStyle>
    <p:bodyStyle>
      <a:lvl1pPr marL="171450" indent="-360000" algn="l" defTabSz="685800" rtl="0" eaLnBrk="1" latinLnBrk="0" hangingPunct="1">
        <a:lnSpc>
          <a:spcPct val="100000"/>
        </a:lnSpc>
        <a:spcBef>
          <a:spcPts val="750"/>
        </a:spcBef>
        <a:buFont typeface="Arial" panose="020B0604020202020204" pitchFamily="34" charset="0"/>
        <a:buChar char="•"/>
        <a:defRPr sz="3600" kern="1200">
          <a:solidFill>
            <a:srgbClr val="2B4576"/>
          </a:solidFill>
          <a:latin typeface="微软雅黑" panose="020B0503020204020204" pitchFamily="34" charset="-122"/>
          <a:ea typeface="微软雅黑" panose="020B0503020204020204" pitchFamily="34" charset="-122"/>
          <a:cs typeface="+mn-cs"/>
        </a:defRPr>
      </a:lvl1pPr>
      <a:lvl2pPr marL="0" indent="-360000" algn="l" defTabSz="685800" rtl="0" eaLnBrk="1" latinLnBrk="0" hangingPunct="1">
        <a:lnSpc>
          <a:spcPct val="100000"/>
        </a:lnSpc>
        <a:spcBef>
          <a:spcPts val="375"/>
        </a:spcBef>
        <a:buSzPct val="50000"/>
        <a:buFont typeface="Wingdings" panose="05000000000000000000" pitchFamily="2" charset="2"/>
        <a:buChar char="ü"/>
        <a:defRPr sz="2400" kern="1200">
          <a:solidFill>
            <a:srgbClr val="2B4576"/>
          </a:solidFill>
          <a:latin typeface="微软雅黑" panose="020B0503020204020204" pitchFamily="34" charset="-122"/>
          <a:ea typeface="微软雅黑" panose="020B0503020204020204" pitchFamily="34" charset="-122"/>
          <a:cs typeface="+mn-cs"/>
        </a:defRPr>
      </a:lvl2pPr>
      <a:lvl3pPr marL="0" indent="-360000" algn="l" defTabSz="685800" rtl="0" eaLnBrk="1" latinLnBrk="0" hangingPunct="1">
        <a:lnSpc>
          <a:spcPct val="100000"/>
        </a:lnSpc>
        <a:spcBef>
          <a:spcPts val="375"/>
        </a:spcBef>
        <a:buFont typeface="Arial" panose="020B0604020202020204" pitchFamily="34" charset="0"/>
        <a:buChar char="•"/>
        <a:defRPr sz="2000" kern="1200">
          <a:solidFill>
            <a:srgbClr val="2B4576"/>
          </a:solidFill>
          <a:latin typeface="微软雅黑" panose="020B0503020204020204" pitchFamily="34" charset="-122"/>
          <a:ea typeface="微软雅黑" panose="020B0503020204020204" pitchFamily="34" charset="-122"/>
          <a:cs typeface="+mn-cs"/>
        </a:defRPr>
      </a:lvl3pPr>
      <a:lvl4pPr marL="0" indent="-360000" algn="l" defTabSz="685800" rtl="0" eaLnBrk="1" latinLnBrk="0" hangingPunct="1">
        <a:lnSpc>
          <a:spcPct val="100000"/>
        </a:lnSpc>
        <a:spcBef>
          <a:spcPts val="375"/>
        </a:spcBef>
        <a:buFont typeface="Arial" panose="020B0604020202020204" pitchFamily="34" charset="0"/>
        <a:buChar char="•"/>
        <a:defRPr sz="1800" kern="1200">
          <a:solidFill>
            <a:srgbClr val="2B4576"/>
          </a:solidFill>
          <a:latin typeface="微软雅黑" panose="020B0503020204020204" pitchFamily="34" charset="-122"/>
          <a:ea typeface="微软雅黑" panose="020B0503020204020204" pitchFamily="34" charset="-122"/>
          <a:cs typeface="+mn-cs"/>
        </a:defRPr>
      </a:lvl4pPr>
      <a:lvl5pPr marL="0" indent="-360000" algn="l" defTabSz="685800" rtl="0" eaLnBrk="1" latinLnBrk="0" hangingPunct="1">
        <a:lnSpc>
          <a:spcPct val="100000"/>
        </a:lnSpc>
        <a:spcBef>
          <a:spcPts val="375"/>
        </a:spcBef>
        <a:buFont typeface="Arial" panose="020B0604020202020204" pitchFamily="34" charset="0"/>
        <a:buChar char="•"/>
        <a:defRPr sz="1800" kern="1200">
          <a:solidFill>
            <a:srgbClr val="2B4576"/>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F816A-4D31-46FA-A25C-E6E973DEBFD9}"/>
              </a:ext>
            </a:extLst>
          </p:cNvPr>
          <p:cNvSpPr>
            <a:spLocks noGrp="1"/>
          </p:cNvSpPr>
          <p:nvPr>
            <p:ph type="ctrTitle"/>
          </p:nvPr>
        </p:nvSpPr>
        <p:spPr/>
        <p:txBody>
          <a:bodyPr/>
          <a:lstStyle/>
          <a:p>
            <a:r>
              <a:rPr lang="zh-CN" altLang="en-US" dirty="0"/>
              <a:t>改造 </a:t>
            </a:r>
            <a:r>
              <a:rPr lang="en-US" altLang="zh-CN" dirty="0"/>
              <a:t>Servlet</a:t>
            </a:r>
            <a:endParaRPr lang="zh-CN" altLang="en-US" dirty="0"/>
          </a:p>
        </p:txBody>
      </p:sp>
      <p:sp>
        <p:nvSpPr>
          <p:cNvPr id="3" name="副标题 2">
            <a:extLst>
              <a:ext uri="{FF2B5EF4-FFF2-40B4-BE49-F238E27FC236}">
                <a16:creationId xmlns:a16="http://schemas.microsoft.com/office/drawing/2014/main" id="{D4FB9298-51D4-4A02-B053-F474455D3887}"/>
              </a:ext>
            </a:extLst>
          </p:cNvPr>
          <p:cNvSpPr>
            <a:spLocks noGrp="1"/>
          </p:cNvSpPr>
          <p:nvPr>
            <p:ph type="subTitle" idx="1"/>
          </p:nvPr>
        </p:nvSpPr>
        <p:spPr>
          <a:xfrm>
            <a:off x="838200" y="3566399"/>
            <a:ext cx="10515600" cy="461665"/>
          </a:xfrm>
        </p:spPr>
        <p:txBody>
          <a:bodyPr/>
          <a:lstStyle/>
          <a:p>
            <a:r>
              <a:rPr lang="zh-CN" altLang="en-US" dirty="0">
                <a:latin typeface="Microsoft YaHei" panose="020B0503020204020204" pitchFamily="34" charset="-122"/>
                <a:ea typeface="Microsoft YaHei" panose="020B0503020204020204" pitchFamily="34" charset="-122"/>
              </a:rPr>
              <a:t>罗辑</a:t>
            </a:r>
          </a:p>
        </p:txBody>
      </p:sp>
    </p:spTree>
    <p:extLst>
      <p:ext uri="{BB962C8B-B14F-4D97-AF65-F5344CB8AC3E}">
        <p14:creationId xmlns:p14="http://schemas.microsoft.com/office/powerpoint/2010/main" val="355670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512988" y="521724"/>
            <a:ext cx="7660168"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在本节课中，你将学到</a:t>
            </a:r>
          </a:p>
        </p:txBody>
      </p:sp>
      <p:sp>
        <p:nvSpPr>
          <p:cNvPr id="3" name="文本框 2">
            <a:extLst>
              <a:ext uri="{FF2B5EF4-FFF2-40B4-BE49-F238E27FC236}">
                <a16:creationId xmlns:a16="http://schemas.microsoft.com/office/drawing/2014/main" id="{21C06F9D-3597-D8B9-1E43-941F7E21AB78}"/>
              </a:ext>
            </a:extLst>
          </p:cNvPr>
          <p:cNvSpPr txBox="1"/>
          <p:nvPr/>
        </p:nvSpPr>
        <p:spPr>
          <a:xfrm>
            <a:off x="646038" y="1278854"/>
            <a:ext cx="7140473" cy="1889428"/>
          </a:xfrm>
          <a:prstGeom prst="rect">
            <a:avLst/>
          </a:prstGeom>
          <a:noFill/>
        </p:spPr>
        <p:txBody>
          <a:bodyPr wrap="square">
            <a:spAutoFit/>
          </a:bodyPr>
          <a:lstStyle/>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当前 </a:t>
            </a:r>
            <a:r>
              <a:rPr lang="en-US" altLang="zh-CN" sz="2000" b="1" dirty="0">
                <a:solidFill>
                  <a:schemeClr val="accent4">
                    <a:lumMod val="40000"/>
                    <a:lumOff val="60000"/>
                  </a:schemeClr>
                </a:solidFill>
                <a:latin typeface="Helvetica Neue" panose="02000503000000020004" pitchFamily="2" charset="0"/>
              </a:rPr>
              <a:t>Servlet</a:t>
            </a:r>
            <a:r>
              <a:rPr lang="zh-CN" altLang="en-US" sz="2000" b="1" dirty="0">
                <a:solidFill>
                  <a:schemeClr val="accent4">
                    <a:lumMod val="40000"/>
                    <a:lumOff val="60000"/>
                  </a:schemeClr>
                </a:solidFill>
                <a:latin typeface="Helvetica Neue" panose="02000503000000020004" pitchFamily="2" charset="0"/>
              </a:rPr>
              <a:t> 存在什么问题</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什么是适配器模式</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用适配器模式改造 </a:t>
            </a:r>
            <a:r>
              <a:rPr lang="en-US" altLang="zh-CN" sz="2000" b="1" dirty="0">
                <a:solidFill>
                  <a:schemeClr val="accent4">
                    <a:lumMod val="40000"/>
                    <a:lumOff val="60000"/>
                  </a:schemeClr>
                </a:solidFill>
                <a:latin typeface="Helvetica Neue" panose="02000503000000020004" pitchFamily="2" charset="0"/>
              </a:rPr>
              <a:t>Servlet</a:t>
            </a: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改造 </a:t>
            </a:r>
            <a:r>
              <a:rPr lang="en-US" altLang="zh-CN" sz="2000" b="1" dirty="0">
                <a:solidFill>
                  <a:schemeClr val="accent4">
                    <a:lumMod val="40000"/>
                    <a:lumOff val="60000"/>
                  </a:schemeClr>
                </a:solidFill>
                <a:latin typeface="Helvetica Neue" panose="02000503000000020004" pitchFamily="2" charset="0"/>
              </a:rPr>
              <a:t>Servlet</a:t>
            </a:r>
            <a:r>
              <a:rPr lang="zh-CN" altLang="en-US" sz="2000" b="1" dirty="0">
                <a:solidFill>
                  <a:schemeClr val="accent4">
                    <a:lumMod val="40000"/>
                    <a:lumOff val="60000"/>
                  </a:schemeClr>
                </a:solidFill>
                <a:latin typeface="Helvetica Neue" panose="02000503000000020004" pitchFamily="2" charset="0"/>
              </a:rPr>
              <a:t> 的 </a:t>
            </a:r>
            <a:r>
              <a:rPr lang="en-US" altLang="zh-CN" sz="2000" b="1" dirty="0" err="1">
                <a:solidFill>
                  <a:schemeClr val="accent4">
                    <a:lumMod val="40000"/>
                    <a:lumOff val="60000"/>
                  </a:schemeClr>
                </a:solidFill>
                <a:latin typeface="Helvetica Neue" panose="02000503000000020004" pitchFamily="2" charset="0"/>
              </a:rPr>
              <a:t>init</a:t>
            </a:r>
            <a:r>
              <a:rPr lang="zh-CN" altLang="en-US" sz="2000" b="1" dirty="0">
                <a:solidFill>
                  <a:schemeClr val="accent4">
                    <a:lumMod val="40000"/>
                    <a:lumOff val="60000"/>
                  </a:schemeClr>
                </a:solidFill>
                <a:latin typeface="Helvetica Neue" panose="02000503000000020004" pitchFamily="2" charset="0"/>
              </a:rPr>
              <a:t> 方法</a:t>
            </a:r>
            <a:endParaRPr lang="en-US" altLang="zh-CN" sz="2000" b="1" dirty="0">
              <a:solidFill>
                <a:schemeClr val="accent4">
                  <a:lumMod val="40000"/>
                  <a:lumOff val="60000"/>
                </a:schemeClr>
              </a:solidFill>
              <a:latin typeface="Helvetica Neue" panose="02000503000000020004" pitchFamily="2" charset="0"/>
            </a:endParaRPr>
          </a:p>
        </p:txBody>
      </p:sp>
    </p:spTree>
    <p:extLst>
      <p:ext uri="{BB962C8B-B14F-4D97-AF65-F5344CB8AC3E}">
        <p14:creationId xmlns:p14="http://schemas.microsoft.com/office/powerpoint/2010/main" val="1355500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3239"/>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当前 </a:t>
            </a:r>
            <a:r>
              <a:rPr lang="en-US" altLang="zh-CN" dirty="0"/>
              <a:t>Servlet</a:t>
            </a:r>
            <a:r>
              <a:rPr lang="zh-CN" altLang="en-US" dirty="0"/>
              <a:t> 存在的问题</a:t>
            </a:r>
          </a:p>
        </p:txBody>
      </p:sp>
      <p:sp>
        <p:nvSpPr>
          <p:cNvPr id="5" name="文本框 4">
            <a:extLst>
              <a:ext uri="{FF2B5EF4-FFF2-40B4-BE49-F238E27FC236}">
                <a16:creationId xmlns:a16="http://schemas.microsoft.com/office/drawing/2014/main" id="{BD60437C-4C89-9674-48A6-54D7DA1142FE}"/>
              </a:ext>
            </a:extLst>
          </p:cNvPr>
          <p:cNvSpPr txBox="1"/>
          <p:nvPr/>
        </p:nvSpPr>
        <p:spPr>
          <a:xfrm>
            <a:off x="668686" y="1447046"/>
            <a:ext cx="10642775" cy="1294200"/>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我们创建的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类实现了</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接口，</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接口定义了五个方法。</a:t>
            </a:r>
            <a:endParaRPr lang="en-US" altLang="zh-CN" b="1" dirty="0">
              <a:solidFill>
                <a:schemeClr val="accent4">
                  <a:lumMod val="40000"/>
                  <a:lumOff val="60000"/>
                </a:schemeClr>
              </a:solidFill>
              <a:latin typeface="Helvetica Neue" panose="02000503000000020004" pitchFamily="2" charset="0"/>
            </a:endParaRPr>
          </a:p>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但</a:t>
            </a:r>
            <a:r>
              <a:rPr lang="zh-CN" altLang="en-US" b="1" i="0" dirty="0">
                <a:solidFill>
                  <a:schemeClr val="accent4">
                    <a:lumMod val="40000"/>
                    <a:lumOff val="60000"/>
                  </a:schemeClr>
                </a:solidFill>
                <a:effectLst/>
                <a:latin typeface="Helvetica Neue" panose="02000503000000020004" pitchFamily="2" charset="0"/>
              </a:rPr>
              <a:t>很多时候，</a:t>
            </a:r>
            <a:r>
              <a:rPr lang="zh-CN" altLang="en-US" b="1" dirty="0">
                <a:solidFill>
                  <a:schemeClr val="accent4">
                    <a:lumMod val="40000"/>
                    <a:lumOff val="60000"/>
                  </a:schemeClr>
                </a:solidFill>
                <a:latin typeface="Helvetica Neue" panose="02000503000000020004" pitchFamily="2" charset="0"/>
              </a:rPr>
              <a:t>我们只会在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的 </a:t>
            </a:r>
            <a:r>
              <a:rPr lang="en-US" altLang="zh-CN" b="1" dirty="0">
                <a:solidFill>
                  <a:schemeClr val="accent4">
                    <a:lumMod val="40000"/>
                    <a:lumOff val="60000"/>
                  </a:schemeClr>
                </a:solidFill>
                <a:latin typeface="Helvetica Neue" panose="02000503000000020004" pitchFamily="2" charset="0"/>
              </a:rPr>
              <a:t>service</a:t>
            </a:r>
            <a:r>
              <a:rPr lang="zh-CN" altLang="en-US" b="1" dirty="0">
                <a:solidFill>
                  <a:schemeClr val="accent4">
                    <a:lumMod val="40000"/>
                    <a:lumOff val="60000"/>
                  </a:schemeClr>
                </a:solidFill>
                <a:latin typeface="Helvetica Neue" panose="02000503000000020004" pitchFamily="2" charset="0"/>
              </a:rPr>
              <a:t> 方法中编写代码，实现业务逻辑。</a:t>
            </a:r>
            <a:endParaRPr lang="en-US" altLang="zh-CN" b="1" dirty="0">
              <a:solidFill>
                <a:schemeClr val="accent4">
                  <a:lumMod val="40000"/>
                  <a:lumOff val="60000"/>
                </a:schemeClr>
              </a:solidFill>
              <a:latin typeface="Helvetica Neue" panose="02000503000000020004" pitchFamily="2" charset="0"/>
            </a:endParaRPr>
          </a:p>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除 </a:t>
            </a:r>
            <a:r>
              <a:rPr lang="en-US" altLang="zh-CN" b="1" dirty="0">
                <a:solidFill>
                  <a:schemeClr val="accent4">
                    <a:lumMod val="40000"/>
                    <a:lumOff val="60000"/>
                  </a:schemeClr>
                </a:solidFill>
                <a:latin typeface="Helvetica Neue" panose="02000503000000020004" pitchFamily="2" charset="0"/>
              </a:rPr>
              <a:t>service</a:t>
            </a:r>
            <a:r>
              <a:rPr lang="zh-CN" altLang="en-US" b="1" dirty="0">
                <a:solidFill>
                  <a:schemeClr val="accent4">
                    <a:lumMod val="40000"/>
                    <a:lumOff val="60000"/>
                  </a:schemeClr>
                </a:solidFill>
                <a:latin typeface="Helvetica Neue" panose="02000503000000020004" pitchFamily="2" charset="0"/>
              </a:rPr>
              <a:t> 方法外的另外四个方法并没有有效代码，使得我们的代码非常不美观。</a:t>
            </a:r>
            <a:endParaRPr lang="en-US" altLang="zh-CN" b="1" i="0" dirty="0">
              <a:solidFill>
                <a:schemeClr val="accent4">
                  <a:lumMod val="40000"/>
                  <a:lumOff val="60000"/>
                </a:schemeClr>
              </a:solidFill>
              <a:effectLst/>
              <a:latin typeface="Helvetica Neue" panose="02000503000000020004" pitchFamily="2" charset="0"/>
            </a:endParaRPr>
          </a:p>
        </p:txBody>
      </p:sp>
      <p:pic>
        <p:nvPicPr>
          <p:cNvPr id="3" name="图片 2">
            <a:extLst>
              <a:ext uri="{FF2B5EF4-FFF2-40B4-BE49-F238E27FC236}">
                <a16:creationId xmlns:a16="http://schemas.microsoft.com/office/drawing/2014/main" id="{92A73DB7-C20D-59E3-762C-9617BC839812}"/>
              </a:ext>
            </a:extLst>
          </p:cNvPr>
          <p:cNvPicPr>
            <a:picLocks noChangeAspect="1"/>
          </p:cNvPicPr>
          <p:nvPr/>
        </p:nvPicPr>
        <p:blipFill>
          <a:blip r:embed="rId2"/>
          <a:stretch>
            <a:fillRect/>
          </a:stretch>
        </p:blipFill>
        <p:spPr>
          <a:xfrm>
            <a:off x="668686" y="2867923"/>
            <a:ext cx="5616228" cy="3594386"/>
          </a:xfrm>
          <a:prstGeom prst="rect">
            <a:avLst/>
          </a:prstGeom>
        </p:spPr>
      </p:pic>
    </p:spTree>
    <p:extLst>
      <p:ext uri="{BB962C8B-B14F-4D97-AF65-F5344CB8AC3E}">
        <p14:creationId xmlns:p14="http://schemas.microsoft.com/office/powerpoint/2010/main" val="46492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3239"/>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什么是适配器模式</a:t>
            </a:r>
          </a:p>
        </p:txBody>
      </p:sp>
      <p:sp>
        <p:nvSpPr>
          <p:cNvPr id="5" name="文本框 4">
            <a:extLst>
              <a:ext uri="{FF2B5EF4-FFF2-40B4-BE49-F238E27FC236}">
                <a16:creationId xmlns:a16="http://schemas.microsoft.com/office/drawing/2014/main" id="{BD60437C-4C89-9674-48A6-54D7DA1142FE}"/>
              </a:ext>
            </a:extLst>
          </p:cNvPr>
          <p:cNvSpPr txBox="1"/>
          <p:nvPr/>
        </p:nvSpPr>
        <p:spPr>
          <a:xfrm>
            <a:off x="668686" y="1447046"/>
            <a:ext cx="10642775" cy="1285352"/>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适配器模式的思想：把一个类的接口变换成客户端所期待的另一种接口，从而使原本因接口不匹配而无法在一起工作的两个类能够在一起工作。</a:t>
            </a:r>
            <a:endParaRPr lang="en-US" altLang="zh-CN" b="1" dirty="0">
              <a:solidFill>
                <a:schemeClr val="accent4">
                  <a:lumMod val="40000"/>
                  <a:lumOff val="60000"/>
                </a:schemeClr>
              </a:solidFill>
              <a:latin typeface="Helvetica Neue" panose="02000503000000020004" pitchFamily="2" charset="0"/>
            </a:endParaRPr>
          </a:p>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现实生活中的例子：笔记本电脑的电源适配器</a:t>
            </a:r>
            <a:endParaRPr lang="en-US" altLang="zh-CN" b="1" dirty="0">
              <a:solidFill>
                <a:schemeClr val="accent4">
                  <a:lumMod val="40000"/>
                  <a:lumOff val="60000"/>
                </a:schemeClr>
              </a:solidFill>
              <a:latin typeface="Helvetica Neue" panose="02000503000000020004" pitchFamily="2" charset="0"/>
            </a:endParaRPr>
          </a:p>
        </p:txBody>
      </p:sp>
      <p:pic>
        <p:nvPicPr>
          <p:cNvPr id="2" name="图片 1">
            <a:extLst>
              <a:ext uri="{FF2B5EF4-FFF2-40B4-BE49-F238E27FC236}">
                <a16:creationId xmlns:a16="http://schemas.microsoft.com/office/drawing/2014/main" id="{900BC84E-7E96-910B-DA33-48CB9FD1E4CA}"/>
              </a:ext>
            </a:extLst>
          </p:cNvPr>
          <p:cNvPicPr>
            <a:picLocks noChangeAspect="1"/>
          </p:cNvPicPr>
          <p:nvPr/>
        </p:nvPicPr>
        <p:blipFill>
          <a:blip r:embed="rId2"/>
          <a:stretch>
            <a:fillRect/>
          </a:stretch>
        </p:blipFill>
        <p:spPr>
          <a:xfrm>
            <a:off x="7996766" y="3602096"/>
            <a:ext cx="2037105" cy="1642827"/>
          </a:xfrm>
          <a:prstGeom prst="rect">
            <a:avLst/>
          </a:prstGeom>
        </p:spPr>
      </p:pic>
      <p:pic>
        <p:nvPicPr>
          <p:cNvPr id="4" name="图片 3">
            <a:extLst>
              <a:ext uri="{FF2B5EF4-FFF2-40B4-BE49-F238E27FC236}">
                <a16:creationId xmlns:a16="http://schemas.microsoft.com/office/drawing/2014/main" id="{06636597-2283-C7C2-2BFB-92FB05E80F91}"/>
              </a:ext>
            </a:extLst>
          </p:cNvPr>
          <p:cNvPicPr>
            <a:picLocks noChangeAspect="1"/>
          </p:cNvPicPr>
          <p:nvPr/>
        </p:nvPicPr>
        <p:blipFill>
          <a:blip r:embed="rId3"/>
          <a:stretch>
            <a:fillRect/>
          </a:stretch>
        </p:blipFill>
        <p:spPr>
          <a:xfrm>
            <a:off x="4916632" y="3603074"/>
            <a:ext cx="1892301" cy="1641849"/>
          </a:xfrm>
          <a:prstGeom prst="rect">
            <a:avLst/>
          </a:prstGeom>
        </p:spPr>
      </p:pic>
      <p:pic>
        <p:nvPicPr>
          <p:cNvPr id="6" name="图片 5">
            <a:extLst>
              <a:ext uri="{FF2B5EF4-FFF2-40B4-BE49-F238E27FC236}">
                <a16:creationId xmlns:a16="http://schemas.microsoft.com/office/drawing/2014/main" id="{0C011A77-098C-B42C-DF88-0804C0D47DA4}"/>
              </a:ext>
            </a:extLst>
          </p:cNvPr>
          <p:cNvPicPr>
            <a:picLocks noChangeAspect="1"/>
          </p:cNvPicPr>
          <p:nvPr/>
        </p:nvPicPr>
        <p:blipFill>
          <a:blip r:embed="rId4"/>
          <a:stretch>
            <a:fillRect/>
          </a:stretch>
        </p:blipFill>
        <p:spPr>
          <a:xfrm>
            <a:off x="1500716" y="3602096"/>
            <a:ext cx="2228084" cy="1642827"/>
          </a:xfrm>
          <a:prstGeom prst="rect">
            <a:avLst/>
          </a:prstGeom>
        </p:spPr>
      </p:pic>
      <p:sp>
        <p:nvSpPr>
          <p:cNvPr id="7" name="文本框 6">
            <a:extLst>
              <a:ext uri="{FF2B5EF4-FFF2-40B4-BE49-F238E27FC236}">
                <a16:creationId xmlns:a16="http://schemas.microsoft.com/office/drawing/2014/main" id="{7C9E0658-F866-4620-5CA8-99E1B4D93068}"/>
              </a:ext>
            </a:extLst>
          </p:cNvPr>
          <p:cNvSpPr txBox="1"/>
          <p:nvPr/>
        </p:nvSpPr>
        <p:spPr>
          <a:xfrm>
            <a:off x="1707322" y="2965796"/>
            <a:ext cx="1814871" cy="463204"/>
          </a:xfrm>
          <a:prstGeom prst="rect">
            <a:avLst/>
          </a:prstGeom>
          <a:noFill/>
        </p:spPr>
        <p:txBody>
          <a:bodyPr wrap="square">
            <a:spAutoFit/>
          </a:bodyPr>
          <a:lstStyle/>
          <a:p>
            <a:pPr algn="ctr">
              <a:lnSpc>
                <a:spcPct val="150000"/>
              </a:lnSpc>
            </a:pPr>
            <a:r>
              <a:rPr lang="zh-CN" altLang="en-US" b="1" dirty="0">
                <a:solidFill>
                  <a:schemeClr val="bg1"/>
                </a:solidFill>
                <a:latin typeface="Helvetica Neue" panose="02000503000000020004" pitchFamily="2" charset="0"/>
              </a:rPr>
              <a:t>笔记本电脑</a:t>
            </a:r>
            <a:endParaRPr lang="en-US" altLang="zh-CN" b="1" dirty="0">
              <a:solidFill>
                <a:schemeClr val="bg1"/>
              </a:solidFill>
              <a:latin typeface="Helvetica Neue" panose="02000503000000020004" pitchFamily="2" charset="0"/>
            </a:endParaRPr>
          </a:p>
        </p:txBody>
      </p:sp>
      <p:sp>
        <p:nvSpPr>
          <p:cNvPr id="8" name="文本框 7">
            <a:extLst>
              <a:ext uri="{FF2B5EF4-FFF2-40B4-BE49-F238E27FC236}">
                <a16:creationId xmlns:a16="http://schemas.microsoft.com/office/drawing/2014/main" id="{002AA210-380E-9383-7CFC-50DEED5890E4}"/>
              </a:ext>
            </a:extLst>
          </p:cNvPr>
          <p:cNvSpPr txBox="1"/>
          <p:nvPr/>
        </p:nvSpPr>
        <p:spPr>
          <a:xfrm>
            <a:off x="4955346" y="2959163"/>
            <a:ext cx="1814871" cy="463204"/>
          </a:xfrm>
          <a:prstGeom prst="rect">
            <a:avLst/>
          </a:prstGeom>
          <a:noFill/>
        </p:spPr>
        <p:txBody>
          <a:bodyPr wrap="square">
            <a:spAutoFit/>
          </a:bodyPr>
          <a:lstStyle/>
          <a:p>
            <a:pPr algn="ctr">
              <a:lnSpc>
                <a:spcPct val="150000"/>
              </a:lnSpc>
            </a:pPr>
            <a:r>
              <a:rPr lang="zh-CN" altLang="en-US" b="1" dirty="0">
                <a:solidFill>
                  <a:schemeClr val="bg1"/>
                </a:solidFill>
                <a:latin typeface="Helvetica Neue" panose="02000503000000020004" pitchFamily="2" charset="0"/>
              </a:rPr>
              <a:t>电源适配器</a:t>
            </a:r>
            <a:endParaRPr lang="en-US" altLang="zh-CN" b="1" dirty="0">
              <a:solidFill>
                <a:schemeClr val="bg1"/>
              </a:solidFill>
              <a:latin typeface="Helvetica Neue" panose="02000503000000020004" pitchFamily="2" charset="0"/>
            </a:endParaRPr>
          </a:p>
        </p:txBody>
      </p:sp>
      <p:sp>
        <p:nvSpPr>
          <p:cNvPr id="9" name="文本框 8">
            <a:extLst>
              <a:ext uri="{FF2B5EF4-FFF2-40B4-BE49-F238E27FC236}">
                <a16:creationId xmlns:a16="http://schemas.microsoft.com/office/drawing/2014/main" id="{A8B42F70-ABCE-25E8-8378-0CFD99482B68}"/>
              </a:ext>
            </a:extLst>
          </p:cNvPr>
          <p:cNvSpPr txBox="1"/>
          <p:nvPr/>
        </p:nvSpPr>
        <p:spPr>
          <a:xfrm>
            <a:off x="8107882" y="2965796"/>
            <a:ext cx="1814871" cy="463204"/>
          </a:xfrm>
          <a:prstGeom prst="rect">
            <a:avLst/>
          </a:prstGeom>
          <a:noFill/>
        </p:spPr>
        <p:txBody>
          <a:bodyPr wrap="square">
            <a:spAutoFit/>
          </a:bodyPr>
          <a:lstStyle/>
          <a:p>
            <a:pPr algn="ctr">
              <a:lnSpc>
                <a:spcPct val="150000"/>
              </a:lnSpc>
            </a:pPr>
            <a:r>
              <a:rPr lang="zh-CN" altLang="en-US" b="1" dirty="0">
                <a:solidFill>
                  <a:schemeClr val="bg1"/>
                </a:solidFill>
                <a:latin typeface="Helvetica Neue" panose="02000503000000020004" pitchFamily="2" charset="0"/>
              </a:rPr>
              <a:t>电源插座</a:t>
            </a:r>
            <a:endParaRPr lang="en-US" altLang="zh-CN" b="1" dirty="0">
              <a:solidFill>
                <a:schemeClr val="bg1"/>
              </a:solidFill>
              <a:latin typeface="Helvetica Neue" panose="02000503000000020004" pitchFamily="2" charset="0"/>
            </a:endParaRPr>
          </a:p>
        </p:txBody>
      </p:sp>
      <p:sp>
        <p:nvSpPr>
          <p:cNvPr id="11" name="右箭头 10">
            <a:extLst>
              <a:ext uri="{FF2B5EF4-FFF2-40B4-BE49-F238E27FC236}">
                <a16:creationId xmlns:a16="http://schemas.microsoft.com/office/drawing/2014/main" id="{F3EFD778-AEBF-E263-6B92-18F68A161AA0}"/>
              </a:ext>
            </a:extLst>
          </p:cNvPr>
          <p:cNvSpPr/>
          <p:nvPr/>
        </p:nvSpPr>
        <p:spPr>
          <a:xfrm rot="10800000">
            <a:off x="4074360" y="4237242"/>
            <a:ext cx="496712" cy="372534"/>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右箭头 11">
            <a:extLst>
              <a:ext uri="{FF2B5EF4-FFF2-40B4-BE49-F238E27FC236}">
                <a16:creationId xmlns:a16="http://schemas.microsoft.com/office/drawing/2014/main" id="{D6150E31-0F82-A2E1-FE9B-507BB047D437}"/>
              </a:ext>
            </a:extLst>
          </p:cNvPr>
          <p:cNvSpPr/>
          <p:nvPr/>
        </p:nvSpPr>
        <p:spPr>
          <a:xfrm rot="10800000">
            <a:off x="7154493" y="4241153"/>
            <a:ext cx="496712" cy="372534"/>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84E8877-53BD-488F-2667-E71A65050595}"/>
              </a:ext>
            </a:extLst>
          </p:cNvPr>
          <p:cNvSpPr txBox="1"/>
          <p:nvPr/>
        </p:nvSpPr>
        <p:spPr>
          <a:xfrm>
            <a:off x="6589223" y="3513653"/>
            <a:ext cx="1640377" cy="463204"/>
          </a:xfrm>
          <a:prstGeom prst="rect">
            <a:avLst/>
          </a:prstGeom>
          <a:noFill/>
        </p:spPr>
        <p:txBody>
          <a:bodyPr wrap="square">
            <a:spAutoFit/>
          </a:bodyPr>
          <a:lstStyle/>
          <a:p>
            <a:pPr algn="ctr">
              <a:lnSpc>
                <a:spcPct val="150000"/>
              </a:lnSpc>
            </a:pPr>
            <a:r>
              <a:rPr lang="en-US" altLang="zh-CN" b="1" dirty="0">
                <a:solidFill>
                  <a:schemeClr val="bg1"/>
                </a:solidFill>
                <a:latin typeface="Helvetica Neue" panose="02000503000000020004" pitchFamily="2" charset="0"/>
              </a:rPr>
              <a:t>220V</a:t>
            </a:r>
            <a:r>
              <a:rPr lang="zh-CN" altLang="en-US" b="1" dirty="0">
                <a:solidFill>
                  <a:schemeClr val="bg1"/>
                </a:solidFill>
                <a:latin typeface="Helvetica Neue" panose="02000503000000020004" pitchFamily="2" charset="0"/>
              </a:rPr>
              <a:t>电压</a:t>
            </a:r>
            <a:endParaRPr lang="en-US" altLang="zh-CN" b="1" dirty="0">
              <a:solidFill>
                <a:schemeClr val="bg1"/>
              </a:solidFill>
              <a:latin typeface="Helvetica Neue" panose="02000503000000020004" pitchFamily="2" charset="0"/>
            </a:endParaRPr>
          </a:p>
        </p:txBody>
      </p:sp>
      <p:sp>
        <p:nvSpPr>
          <p:cNvPr id="14" name="文本框 13">
            <a:extLst>
              <a:ext uri="{FF2B5EF4-FFF2-40B4-BE49-F238E27FC236}">
                <a16:creationId xmlns:a16="http://schemas.microsoft.com/office/drawing/2014/main" id="{456DD205-2694-E028-F9CE-ACB6CF9F1FD8}"/>
              </a:ext>
            </a:extLst>
          </p:cNvPr>
          <p:cNvSpPr txBox="1"/>
          <p:nvPr/>
        </p:nvSpPr>
        <p:spPr>
          <a:xfrm>
            <a:off x="3433866" y="3518421"/>
            <a:ext cx="1640377" cy="463204"/>
          </a:xfrm>
          <a:prstGeom prst="rect">
            <a:avLst/>
          </a:prstGeom>
          <a:noFill/>
        </p:spPr>
        <p:txBody>
          <a:bodyPr wrap="square">
            <a:spAutoFit/>
          </a:bodyPr>
          <a:lstStyle/>
          <a:p>
            <a:pPr algn="ctr">
              <a:lnSpc>
                <a:spcPct val="150000"/>
              </a:lnSpc>
            </a:pPr>
            <a:r>
              <a:rPr lang="en-US" altLang="zh-CN" b="1" dirty="0">
                <a:solidFill>
                  <a:schemeClr val="bg1"/>
                </a:solidFill>
                <a:latin typeface="Helvetica Neue" panose="02000503000000020004" pitchFamily="2" charset="0"/>
              </a:rPr>
              <a:t>20V</a:t>
            </a:r>
            <a:r>
              <a:rPr lang="zh-CN" altLang="en-US" b="1" dirty="0">
                <a:solidFill>
                  <a:schemeClr val="bg1"/>
                </a:solidFill>
                <a:latin typeface="Helvetica Neue" panose="02000503000000020004" pitchFamily="2" charset="0"/>
              </a:rPr>
              <a:t>电压</a:t>
            </a:r>
            <a:endParaRPr lang="en-US" altLang="zh-CN" b="1" dirty="0">
              <a:solidFill>
                <a:schemeClr val="bg1"/>
              </a:solidFill>
              <a:latin typeface="Helvetica Neue" panose="02000503000000020004" pitchFamily="2" charset="0"/>
            </a:endParaRPr>
          </a:p>
        </p:txBody>
      </p:sp>
      <p:sp>
        <p:nvSpPr>
          <p:cNvPr id="15" name="文本框 14">
            <a:extLst>
              <a:ext uri="{FF2B5EF4-FFF2-40B4-BE49-F238E27FC236}">
                <a16:creationId xmlns:a16="http://schemas.microsoft.com/office/drawing/2014/main" id="{6FBBCF8A-077E-B071-74F4-853362456E48}"/>
              </a:ext>
            </a:extLst>
          </p:cNvPr>
          <p:cNvSpPr txBox="1"/>
          <p:nvPr/>
        </p:nvSpPr>
        <p:spPr>
          <a:xfrm>
            <a:off x="668685" y="5509219"/>
            <a:ext cx="10642775" cy="463204"/>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通过增加一层适配器，将两个原本不兼容的东西连接起来。</a:t>
            </a:r>
            <a:endParaRPr lang="en-US" altLang="zh-CN" b="1" dirty="0">
              <a:solidFill>
                <a:schemeClr val="accent4">
                  <a:lumMod val="40000"/>
                  <a:lumOff val="60000"/>
                </a:schemeClr>
              </a:solidFill>
              <a:latin typeface="Helvetica Neue" panose="02000503000000020004" pitchFamily="2" charset="0"/>
            </a:endParaRPr>
          </a:p>
        </p:txBody>
      </p:sp>
    </p:spTree>
    <p:extLst>
      <p:ext uri="{BB962C8B-B14F-4D97-AF65-F5344CB8AC3E}">
        <p14:creationId xmlns:p14="http://schemas.microsoft.com/office/powerpoint/2010/main" val="108801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3239"/>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用适配器模式改造 </a:t>
            </a:r>
            <a:r>
              <a:rPr lang="en-US" altLang="zh-CN" dirty="0"/>
              <a:t>Servlet</a:t>
            </a:r>
            <a:endParaRPr lang="zh-CN" altLang="en-US" dirty="0"/>
          </a:p>
        </p:txBody>
      </p:sp>
      <p:sp>
        <p:nvSpPr>
          <p:cNvPr id="2" name="文本框 1">
            <a:extLst>
              <a:ext uri="{FF2B5EF4-FFF2-40B4-BE49-F238E27FC236}">
                <a16:creationId xmlns:a16="http://schemas.microsoft.com/office/drawing/2014/main" id="{8E677241-E34E-1B4D-D7C2-521FBF1D10FC}"/>
              </a:ext>
            </a:extLst>
          </p:cNvPr>
          <p:cNvSpPr txBox="1"/>
          <p:nvPr/>
        </p:nvSpPr>
        <p:spPr>
          <a:xfrm>
            <a:off x="668692" y="1258261"/>
            <a:ext cx="11004025" cy="1285352"/>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在我们自己创建的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和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接口之间增加一层适配器（定义为抽象类）。</a:t>
            </a:r>
            <a:endParaRPr lang="en-US" altLang="zh-CN" b="1" dirty="0">
              <a:solidFill>
                <a:schemeClr val="accent4">
                  <a:lumMod val="40000"/>
                  <a:lumOff val="60000"/>
                </a:schemeClr>
              </a:solidFill>
              <a:latin typeface="Helvetica Neue" panose="02000503000000020004" pitchFamily="2" charset="0"/>
            </a:endParaRPr>
          </a:p>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适配器实现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接口，</a:t>
            </a:r>
            <a:r>
              <a:rPr lang="en-US" altLang="zh-CN" b="1" dirty="0">
                <a:solidFill>
                  <a:schemeClr val="accent4">
                    <a:lumMod val="40000"/>
                    <a:lumOff val="60000"/>
                  </a:schemeClr>
                </a:solidFill>
                <a:latin typeface="Helvetica Neue" panose="02000503000000020004" pitchFamily="2" charset="0"/>
              </a:rPr>
              <a:t>service</a:t>
            </a:r>
            <a:r>
              <a:rPr lang="zh-CN" altLang="en-US" b="1" dirty="0">
                <a:solidFill>
                  <a:schemeClr val="accent4">
                    <a:lumMod val="40000"/>
                    <a:lumOff val="60000"/>
                  </a:schemeClr>
                </a:solidFill>
                <a:latin typeface="Helvetica Neue" panose="02000503000000020004" pitchFamily="2" charset="0"/>
              </a:rPr>
              <a:t> 方法外的其余四个接口用空实现，将 </a:t>
            </a:r>
            <a:r>
              <a:rPr lang="en-US" altLang="zh-CN" b="1" dirty="0">
                <a:solidFill>
                  <a:schemeClr val="accent4">
                    <a:lumMod val="40000"/>
                    <a:lumOff val="60000"/>
                  </a:schemeClr>
                </a:solidFill>
                <a:latin typeface="Helvetica Neue" panose="02000503000000020004" pitchFamily="2" charset="0"/>
              </a:rPr>
              <a:t>service</a:t>
            </a:r>
            <a:r>
              <a:rPr lang="zh-CN" altLang="en-US" b="1" dirty="0">
                <a:solidFill>
                  <a:schemeClr val="accent4">
                    <a:lumMod val="40000"/>
                    <a:lumOff val="60000"/>
                  </a:schemeClr>
                </a:solidFill>
                <a:latin typeface="Helvetica Neue" panose="02000503000000020004" pitchFamily="2" charset="0"/>
              </a:rPr>
              <a:t> 方法定义为抽象方法。</a:t>
            </a:r>
            <a:endParaRPr lang="en-US" altLang="zh-CN" b="1" dirty="0">
              <a:solidFill>
                <a:schemeClr val="accent4">
                  <a:lumMod val="40000"/>
                  <a:lumOff val="60000"/>
                </a:schemeClr>
              </a:solidFill>
              <a:latin typeface="Helvetica Neue" panose="02000503000000020004" pitchFamily="2" charset="0"/>
            </a:endParaRPr>
          </a:p>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我们自己创建的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继承这个适配器，只需实现 </a:t>
            </a:r>
            <a:r>
              <a:rPr lang="en-US" altLang="zh-CN" b="1" dirty="0">
                <a:solidFill>
                  <a:schemeClr val="accent4">
                    <a:lumMod val="40000"/>
                    <a:lumOff val="60000"/>
                  </a:schemeClr>
                </a:solidFill>
                <a:latin typeface="Helvetica Neue" panose="02000503000000020004" pitchFamily="2" charset="0"/>
              </a:rPr>
              <a:t>service</a:t>
            </a:r>
            <a:r>
              <a:rPr lang="zh-CN" altLang="en-US" b="1" dirty="0">
                <a:solidFill>
                  <a:schemeClr val="accent4">
                    <a:lumMod val="40000"/>
                    <a:lumOff val="60000"/>
                  </a:schemeClr>
                </a:solidFill>
                <a:latin typeface="Helvetica Neue" panose="02000503000000020004" pitchFamily="2" charset="0"/>
              </a:rPr>
              <a:t> 方法。</a:t>
            </a:r>
            <a:endParaRPr lang="en-US" altLang="zh-CN" b="1" dirty="0">
              <a:solidFill>
                <a:schemeClr val="accent4">
                  <a:lumMod val="40000"/>
                  <a:lumOff val="60000"/>
                </a:schemeClr>
              </a:solidFill>
              <a:latin typeface="Helvetica Neue" panose="02000503000000020004" pitchFamily="2" charset="0"/>
            </a:endParaRPr>
          </a:p>
        </p:txBody>
      </p:sp>
      <p:sp>
        <p:nvSpPr>
          <p:cNvPr id="3" name="矩形 2">
            <a:extLst>
              <a:ext uri="{FF2B5EF4-FFF2-40B4-BE49-F238E27FC236}">
                <a16:creationId xmlns:a16="http://schemas.microsoft.com/office/drawing/2014/main" id="{C9A2D885-FE36-B4C6-187E-693B85E36E42}"/>
              </a:ext>
            </a:extLst>
          </p:cNvPr>
          <p:cNvSpPr/>
          <p:nvPr/>
        </p:nvSpPr>
        <p:spPr>
          <a:xfrm>
            <a:off x="1828799" y="3899485"/>
            <a:ext cx="1411111" cy="880533"/>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n w="0"/>
                <a:solidFill>
                  <a:schemeClr val="tx1"/>
                </a:solidFill>
                <a:effectLst>
                  <a:outerShdw blurRad="38100" dist="19050" dir="2700000" algn="tl" rotWithShape="0">
                    <a:schemeClr val="dk1">
                      <a:alpha val="40000"/>
                    </a:schemeClr>
                  </a:outerShdw>
                </a:effectLst>
              </a:rPr>
              <a:t>Servlet</a:t>
            </a:r>
            <a:r>
              <a:rPr kumimoji="1" lang="zh-CN" altLang="en-US" b="1" dirty="0">
                <a:ln w="0"/>
                <a:solidFill>
                  <a:schemeClr val="tx1"/>
                </a:solidFill>
                <a:effectLst>
                  <a:outerShdw blurRad="38100" dist="19050" dir="2700000" algn="tl" rotWithShape="0">
                    <a:schemeClr val="dk1">
                      <a:alpha val="40000"/>
                    </a:schemeClr>
                  </a:outerShdw>
                </a:effectLst>
              </a:rPr>
              <a:t> </a:t>
            </a:r>
            <a:r>
              <a:rPr kumimoji="1" lang="en-US" altLang="zh-CN" b="1" dirty="0">
                <a:ln w="0"/>
                <a:solidFill>
                  <a:schemeClr val="tx1"/>
                </a:solidFill>
                <a:effectLst>
                  <a:outerShdw blurRad="38100" dist="19050" dir="2700000" algn="tl" rotWithShape="0">
                    <a:schemeClr val="dk1">
                      <a:alpha val="40000"/>
                    </a:schemeClr>
                  </a:outerShdw>
                </a:effectLst>
              </a:rPr>
              <a:t>2</a:t>
            </a:r>
            <a:endParaRPr kumimoji="1" lang="zh-CN" altLang="en-US" b="1" dirty="0">
              <a:ln w="0"/>
              <a:solidFill>
                <a:schemeClr val="tx1"/>
              </a:solidFill>
              <a:effectLst>
                <a:outerShdw blurRad="38100" dist="19050" dir="2700000" algn="tl" rotWithShape="0">
                  <a:schemeClr val="dk1">
                    <a:alpha val="40000"/>
                  </a:schemeClr>
                </a:outerShdw>
              </a:effectLst>
            </a:endParaRPr>
          </a:p>
        </p:txBody>
      </p:sp>
      <p:sp>
        <p:nvSpPr>
          <p:cNvPr id="4" name="矩形 3">
            <a:extLst>
              <a:ext uri="{FF2B5EF4-FFF2-40B4-BE49-F238E27FC236}">
                <a16:creationId xmlns:a16="http://schemas.microsoft.com/office/drawing/2014/main" id="{2FC5FE93-2C17-5CC6-B63A-31A5A9B6C752}"/>
              </a:ext>
            </a:extLst>
          </p:cNvPr>
          <p:cNvSpPr/>
          <p:nvPr/>
        </p:nvSpPr>
        <p:spPr>
          <a:xfrm>
            <a:off x="4859866" y="3899484"/>
            <a:ext cx="1411111" cy="880533"/>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ln w="0"/>
                <a:solidFill>
                  <a:schemeClr val="tx1"/>
                </a:solidFill>
                <a:effectLst>
                  <a:outerShdw blurRad="38100" dist="19050" dir="2700000" algn="tl" rotWithShape="0">
                    <a:schemeClr val="dk1">
                      <a:alpha val="40000"/>
                    </a:schemeClr>
                  </a:outerShdw>
                </a:effectLst>
              </a:rPr>
              <a:t>适配器</a:t>
            </a:r>
          </a:p>
        </p:txBody>
      </p:sp>
      <p:sp>
        <p:nvSpPr>
          <p:cNvPr id="6" name="矩形 5">
            <a:extLst>
              <a:ext uri="{FF2B5EF4-FFF2-40B4-BE49-F238E27FC236}">
                <a16:creationId xmlns:a16="http://schemas.microsoft.com/office/drawing/2014/main" id="{3F4C5B17-1A8B-A57B-1E4B-9263152B6BAE}"/>
              </a:ext>
            </a:extLst>
          </p:cNvPr>
          <p:cNvSpPr/>
          <p:nvPr/>
        </p:nvSpPr>
        <p:spPr>
          <a:xfrm>
            <a:off x="7890933" y="3899483"/>
            <a:ext cx="1411111" cy="880533"/>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n w="0"/>
                <a:solidFill>
                  <a:schemeClr val="tx1"/>
                </a:solidFill>
                <a:effectLst>
                  <a:outerShdw blurRad="38100" dist="19050" dir="2700000" algn="tl" rotWithShape="0">
                    <a:schemeClr val="dk1">
                      <a:alpha val="40000"/>
                    </a:schemeClr>
                  </a:outerShdw>
                </a:effectLst>
              </a:rPr>
              <a:t>Servlet</a:t>
            </a:r>
            <a:r>
              <a:rPr kumimoji="1" lang="zh-CN" altLang="en-US" dirty="0">
                <a:ln w="0"/>
                <a:solidFill>
                  <a:schemeClr val="tx1"/>
                </a:solidFill>
                <a:effectLst>
                  <a:outerShdw blurRad="38100" dist="19050" dir="2700000" algn="tl" rotWithShape="0">
                    <a:schemeClr val="dk1">
                      <a:alpha val="40000"/>
                    </a:schemeClr>
                  </a:outerShdw>
                </a:effectLst>
              </a:rPr>
              <a:t>接口</a:t>
            </a:r>
          </a:p>
        </p:txBody>
      </p:sp>
      <p:cxnSp>
        <p:nvCxnSpPr>
          <p:cNvPr id="8" name="直线箭头连接符 7">
            <a:extLst>
              <a:ext uri="{FF2B5EF4-FFF2-40B4-BE49-F238E27FC236}">
                <a16:creationId xmlns:a16="http://schemas.microsoft.com/office/drawing/2014/main" id="{43B8A1F6-25E5-18D9-1090-D4F17EA48135}"/>
              </a:ext>
            </a:extLst>
          </p:cNvPr>
          <p:cNvCxnSpPr>
            <a:stCxn id="4" idx="3"/>
            <a:endCxn id="6" idx="1"/>
          </p:cNvCxnSpPr>
          <p:nvPr/>
        </p:nvCxnSpPr>
        <p:spPr>
          <a:xfrm flipV="1">
            <a:off x="6270977" y="4339750"/>
            <a:ext cx="1619956" cy="1"/>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B34C1E98-FA1E-A7B5-7F55-55B8AB92CF7D}"/>
              </a:ext>
            </a:extLst>
          </p:cNvPr>
          <p:cNvSpPr/>
          <p:nvPr/>
        </p:nvSpPr>
        <p:spPr>
          <a:xfrm>
            <a:off x="1828799" y="2833476"/>
            <a:ext cx="1411111" cy="880533"/>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n w="0"/>
                <a:solidFill>
                  <a:schemeClr val="tx1"/>
                </a:solidFill>
                <a:effectLst>
                  <a:outerShdw blurRad="38100" dist="19050" dir="2700000" algn="tl" rotWithShape="0">
                    <a:schemeClr val="dk1">
                      <a:alpha val="40000"/>
                    </a:schemeClr>
                  </a:outerShdw>
                </a:effectLst>
              </a:rPr>
              <a:t>Servlet</a:t>
            </a:r>
            <a:r>
              <a:rPr kumimoji="1" lang="zh-CN" altLang="en-US" b="1" dirty="0">
                <a:ln w="0"/>
                <a:solidFill>
                  <a:schemeClr val="tx1"/>
                </a:solidFill>
                <a:effectLst>
                  <a:outerShdw blurRad="38100" dist="19050" dir="2700000" algn="tl" rotWithShape="0">
                    <a:schemeClr val="dk1">
                      <a:alpha val="40000"/>
                    </a:schemeClr>
                  </a:outerShdw>
                </a:effectLst>
              </a:rPr>
              <a:t> </a:t>
            </a:r>
            <a:r>
              <a:rPr kumimoji="1" lang="en-US" altLang="zh-CN" b="1" dirty="0">
                <a:ln w="0"/>
                <a:solidFill>
                  <a:schemeClr val="tx1"/>
                </a:solidFill>
                <a:effectLst>
                  <a:outerShdw blurRad="38100" dist="19050" dir="2700000" algn="tl" rotWithShape="0">
                    <a:schemeClr val="dk1">
                      <a:alpha val="40000"/>
                    </a:schemeClr>
                  </a:outerShdw>
                </a:effectLst>
              </a:rPr>
              <a:t>1</a:t>
            </a:r>
            <a:endParaRPr kumimoji="1" lang="zh-CN" altLang="en-US" b="1" dirty="0">
              <a:ln w="0"/>
              <a:solidFill>
                <a:schemeClr val="tx1"/>
              </a:solidFill>
              <a:effectLst>
                <a:outerShdw blurRad="38100" dist="19050" dir="2700000" algn="tl" rotWithShape="0">
                  <a:schemeClr val="dk1">
                    <a:alpha val="40000"/>
                  </a:schemeClr>
                </a:outerShdw>
              </a:effectLst>
            </a:endParaRPr>
          </a:p>
        </p:txBody>
      </p:sp>
      <p:sp>
        <p:nvSpPr>
          <p:cNvPr id="15" name="矩形 14">
            <a:extLst>
              <a:ext uri="{FF2B5EF4-FFF2-40B4-BE49-F238E27FC236}">
                <a16:creationId xmlns:a16="http://schemas.microsoft.com/office/drawing/2014/main" id="{57C86E61-A31C-1021-5F08-3A164E15468D}"/>
              </a:ext>
            </a:extLst>
          </p:cNvPr>
          <p:cNvSpPr/>
          <p:nvPr/>
        </p:nvSpPr>
        <p:spPr>
          <a:xfrm>
            <a:off x="1828798" y="4985752"/>
            <a:ext cx="1411111" cy="880533"/>
          </a:xfrm>
          <a:prstGeom prst="rect">
            <a:avLst/>
          </a:prstGeom>
          <a:solidFill>
            <a:srgbClr val="FFE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n w="0"/>
                <a:solidFill>
                  <a:schemeClr val="tx1"/>
                </a:solidFill>
                <a:effectLst>
                  <a:outerShdw blurRad="38100" dist="19050" dir="2700000" algn="tl" rotWithShape="0">
                    <a:schemeClr val="dk1">
                      <a:alpha val="40000"/>
                    </a:schemeClr>
                  </a:outerShdw>
                </a:effectLst>
              </a:rPr>
              <a:t>Servlet</a:t>
            </a:r>
            <a:r>
              <a:rPr kumimoji="1" lang="zh-CN" altLang="en-US" b="1" dirty="0">
                <a:ln w="0"/>
                <a:solidFill>
                  <a:schemeClr val="tx1"/>
                </a:solidFill>
                <a:effectLst>
                  <a:outerShdw blurRad="38100" dist="19050" dir="2700000" algn="tl" rotWithShape="0">
                    <a:schemeClr val="dk1">
                      <a:alpha val="40000"/>
                    </a:schemeClr>
                  </a:outerShdw>
                </a:effectLst>
              </a:rPr>
              <a:t> </a:t>
            </a:r>
            <a:r>
              <a:rPr kumimoji="1" lang="en-US" altLang="zh-CN" b="1" dirty="0">
                <a:ln w="0"/>
                <a:solidFill>
                  <a:schemeClr val="tx1"/>
                </a:solidFill>
                <a:effectLst>
                  <a:outerShdw blurRad="38100" dist="19050" dir="2700000" algn="tl" rotWithShape="0">
                    <a:schemeClr val="dk1">
                      <a:alpha val="40000"/>
                    </a:schemeClr>
                  </a:outerShdw>
                </a:effectLst>
              </a:rPr>
              <a:t>3</a:t>
            </a:r>
            <a:endParaRPr kumimoji="1" lang="zh-CN" altLang="en-US" b="1" dirty="0">
              <a:ln w="0"/>
              <a:solidFill>
                <a:schemeClr val="tx1"/>
              </a:solidFill>
              <a:effectLst>
                <a:outerShdw blurRad="38100" dist="19050" dir="2700000" algn="tl" rotWithShape="0">
                  <a:schemeClr val="dk1">
                    <a:alpha val="40000"/>
                  </a:schemeClr>
                </a:outerShdw>
              </a:effectLst>
            </a:endParaRPr>
          </a:p>
        </p:txBody>
      </p:sp>
      <p:cxnSp>
        <p:nvCxnSpPr>
          <p:cNvPr id="17" name="肘形连接符 16">
            <a:extLst>
              <a:ext uri="{FF2B5EF4-FFF2-40B4-BE49-F238E27FC236}">
                <a16:creationId xmlns:a16="http://schemas.microsoft.com/office/drawing/2014/main" id="{B42C54F1-008F-C955-BD47-0CD95C0F0903}"/>
              </a:ext>
            </a:extLst>
          </p:cNvPr>
          <p:cNvCxnSpPr>
            <a:stCxn id="9" idx="3"/>
          </p:cNvCxnSpPr>
          <p:nvPr/>
        </p:nvCxnSpPr>
        <p:spPr>
          <a:xfrm>
            <a:off x="3239910" y="3273743"/>
            <a:ext cx="1619956" cy="996244"/>
          </a:xfrm>
          <a:prstGeom prst="bentConnector3">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肘形连接符 18">
            <a:extLst>
              <a:ext uri="{FF2B5EF4-FFF2-40B4-BE49-F238E27FC236}">
                <a16:creationId xmlns:a16="http://schemas.microsoft.com/office/drawing/2014/main" id="{7A5FCEBB-9D58-396B-875F-40DA218272AB}"/>
              </a:ext>
            </a:extLst>
          </p:cNvPr>
          <p:cNvCxnSpPr>
            <a:stCxn id="15" idx="3"/>
          </p:cNvCxnSpPr>
          <p:nvPr/>
        </p:nvCxnSpPr>
        <p:spPr>
          <a:xfrm flipV="1">
            <a:off x="3239909" y="4408168"/>
            <a:ext cx="1619957" cy="1017851"/>
          </a:xfrm>
          <a:prstGeom prst="bentConnector3">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E782321A-A726-B277-D1CE-D62ACE7F9998}"/>
              </a:ext>
            </a:extLst>
          </p:cNvPr>
          <p:cNvCxnSpPr>
            <a:stCxn id="3" idx="3"/>
            <a:endCxn id="4" idx="1"/>
          </p:cNvCxnSpPr>
          <p:nvPr/>
        </p:nvCxnSpPr>
        <p:spPr>
          <a:xfrm flipV="1">
            <a:off x="3239910" y="4339751"/>
            <a:ext cx="1619956" cy="1"/>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68A8321-2F52-DF86-5BDD-2E4307B6152B}"/>
              </a:ext>
            </a:extLst>
          </p:cNvPr>
          <p:cNvSpPr txBox="1"/>
          <p:nvPr/>
        </p:nvSpPr>
        <p:spPr>
          <a:xfrm>
            <a:off x="6250556" y="3703403"/>
            <a:ext cx="1640377" cy="463204"/>
          </a:xfrm>
          <a:prstGeom prst="rect">
            <a:avLst/>
          </a:prstGeom>
          <a:noFill/>
        </p:spPr>
        <p:txBody>
          <a:bodyPr wrap="square">
            <a:spAutoFit/>
          </a:bodyPr>
          <a:lstStyle/>
          <a:p>
            <a:pPr algn="ctr">
              <a:lnSpc>
                <a:spcPct val="150000"/>
              </a:lnSpc>
            </a:pPr>
            <a:r>
              <a:rPr lang="zh-CN" altLang="en-US" b="1" dirty="0">
                <a:solidFill>
                  <a:schemeClr val="bg1"/>
                </a:solidFill>
                <a:latin typeface="Helvetica Neue" panose="02000503000000020004" pitchFamily="2" charset="0"/>
              </a:rPr>
              <a:t>实现</a:t>
            </a:r>
            <a:endParaRPr lang="en-US" altLang="zh-CN" b="1" dirty="0">
              <a:solidFill>
                <a:schemeClr val="bg1"/>
              </a:solidFill>
              <a:latin typeface="Helvetica Neue" panose="02000503000000020004" pitchFamily="2" charset="0"/>
            </a:endParaRPr>
          </a:p>
        </p:txBody>
      </p:sp>
      <p:sp>
        <p:nvSpPr>
          <p:cNvPr id="23" name="文本框 22">
            <a:extLst>
              <a:ext uri="{FF2B5EF4-FFF2-40B4-BE49-F238E27FC236}">
                <a16:creationId xmlns:a16="http://schemas.microsoft.com/office/drawing/2014/main" id="{4EABCDE3-94F8-E100-6215-2E56C8DA1CD3}"/>
              </a:ext>
            </a:extLst>
          </p:cNvPr>
          <p:cNvSpPr txBox="1"/>
          <p:nvPr/>
        </p:nvSpPr>
        <p:spPr>
          <a:xfrm>
            <a:off x="3949779" y="3435974"/>
            <a:ext cx="1070288" cy="463204"/>
          </a:xfrm>
          <a:prstGeom prst="rect">
            <a:avLst/>
          </a:prstGeom>
          <a:noFill/>
        </p:spPr>
        <p:txBody>
          <a:bodyPr wrap="square">
            <a:spAutoFit/>
          </a:bodyPr>
          <a:lstStyle/>
          <a:p>
            <a:pPr algn="ctr">
              <a:lnSpc>
                <a:spcPct val="150000"/>
              </a:lnSpc>
            </a:pPr>
            <a:r>
              <a:rPr lang="zh-CN" altLang="en-US" b="1" dirty="0">
                <a:solidFill>
                  <a:schemeClr val="bg1"/>
                </a:solidFill>
                <a:latin typeface="Helvetica Neue" panose="02000503000000020004" pitchFamily="2" charset="0"/>
              </a:rPr>
              <a:t>继承</a:t>
            </a:r>
            <a:endParaRPr lang="en-US" altLang="zh-CN" b="1" dirty="0">
              <a:solidFill>
                <a:schemeClr val="bg1"/>
              </a:solidFill>
              <a:latin typeface="Helvetica Neue" panose="02000503000000020004" pitchFamily="2" charset="0"/>
            </a:endParaRPr>
          </a:p>
        </p:txBody>
      </p:sp>
      <p:sp>
        <p:nvSpPr>
          <p:cNvPr id="24" name="文本框 23">
            <a:extLst>
              <a:ext uri="{FF2B5EF4-FFF2-40B4-BE49-F238E27FC236}">
                <a16:creationId xmlns:a16="http://schemas.microsoft.com/office/drawing/2014/main" id="{5E3F3BA9-675B-5451-069C-AA834C1C01A2}"/>
              </a:ext>
            </a:extLst>
          </p:cNvPr>
          <p:cNvSpPr txBox="1"/>
          <p:nvPr/>
        </p:nvSpPr>
        <p:spPr>
          <a:xfrm>
            <a:off x="668692" y="6051759"/>
            <a:ext cx="11004025" cy="463204"/>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这里使用适配器的思想，并不是为了解决兼容性问题，是为了少些重复代码，让我们的代码更美观。</a:t>
            </a:r>
            <a:endParaRPr lang="en-US" altLang="zh-CN" b="1" dirty="0">
              <a:solidFill>
                <a:schemeClr val="accent4">
                  <a:lumMod val="40000"/>
                  <a:lumOff val="60000"/>
                </a:schemeClr>
              </a:solidFill>
              <a:latin typeface="Helvetica Neue" panose="02000503000000020004" pitchFamily="2" charset="0"/>
            </a:endParaRPr>
          </a:p>
        </p:txBody>
      </p:sp>
    </p:spTree>
    <p:extLst>
      <p:ext uri="{BB962C8B-B14F-4D97-AF65-F5344CB8AC3E}">
        <p14:creationId xmlns:p14="http://schemas.microsoft.com/office/powerpoint/2010/main" val="153027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3239"/>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改造 </a:t>
            </a:r>
            <a:r>
              <a:rPr lang="en-US" altLang="zh-CN" dirty="0"/>
              <a:t>Servlet</a:t>
            </a:r>
            <a:r>
              <a:rPr lang="zh-CN" altLang="en-US" dirty="0"/>
              <a:t> 的 </a:t>
            </a:r>
            <a:r>
              <a:rPr lang="en-US" altLang="zh-CN" dirty="0" err="1"/>
              <a:t>init</a:t>
            </a:r>
            <a:r>
              <a:rPr lang="zh-CN" altLang="en-US" dirty="0"/>
              <a:t> 方法</a:t>
            </a:r>
          </a:p>
        </p:txBody>
      </p:sp>
      <p:sp>
        <p:nvSpPr>
          <p:cNvPr id="2" name="文本框 1">
            <a:extLst>
              <a:ext uri="{FF2B5EF4-FFF2-40B4-BE49-F238E27FC236}">
                <a16:creationId xmlns:a16="http://schemas.microsoft.com/office/drawing/2014/main" id="{8E677241-E34E-1B4D-D7C2-521FBF1D10FC}"/>
              </a:ext>
            </a:extLst>
          </p:cNvPr>
          <p:cNvSpPr txBox="1"/>
          <p:nvPr/>
        </p:nvSpPr>
        <p:spPr>
          <a:xfrm>
            <a:off x="668686" y="1447046"/>
            <a:ext cx="11004025" cy="1285352"/>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思考</a:t>
            </a:r>
            <a:r>
              <a:rPr lang="en-US" altLang="zh-CN" b="1" dirty="0">
                <a:solidFill>
                  <a:schemeClr val="accent4">
                    <a:lumMod val="40000"/>
                    <a:lumOff val="60000"/>
                  </a:schemeClr>
                </a:solidFill>
                <a:latin typeface="Helvetica Neue" panose="02000503000000020004" pitchFamily="2" charset="0"/>
              </a:rPr>
              <a:t>1</a:t>
            </a:r>
            <a:r>
              <a:rPr lang="zh-CN" altLang="en-US" b="1" dirty="0">
                <a:solidFill>
                  <a:schemeClr val="accent4">
                    <a:lumMod val="40000"/>
                    <a:lumOff val="60000"/>
                  </a:schemeClr>
                </a:solidFill>
                <a:latin typeface="Helvetica Neue" panose="02000503000000020004" pitchFamily="2" charset="0"/>
              </a:rPr>
              <a:t>：</a:t>
            </a:r>
            <a:r>
              <a:rPr lang="en-US" altLang="zh-CN" b="1" dirty="0" err="1">
                <a:solidFill>
                  <a:schemeClr val="accent4">
                    <a:lumMod val="40000"/>
                    <a:lumOff val="60000"/>
                  </a:schemeClr>
                </a:solidFill>
                <a:latin typeface="Helvetica Neue" panose="02000503000000020004" pitchFamily="2" charset="0"/>
              </a:rPr>
              <a:t>getServletConfig</a:t>
            </a:r>
            <a:r>
              <a:rPr lang="en-US" altLang="zh-CN" b="1" dirty="0">
                <a:solidFill>
                  <a:schemeClr val="accent4">
                    <a:lumMod val="40000"/>
                    <a:lumOff val="60000"/>
                  </a:schemeClr>
                </a:solidFill>
                <a:latin typeface="Helvetica Neue" panose="02000503000000020004" pitchFamily="2" charset="0"/>
              </a:rPr>
              <a:t>() </a:t>
            </a:r>
            <a:r>
              <a:rPr lang="zh-CN" altLang="en-US" b="1" dirty="0">
                <a:solidFill>
                  <a:schemeClr val="accent4">
                    <a:lumMod val="40000"/>
                    <a:lumOff val="60000"/>
                  </a:schemeClr>
                </a:solidFill>
                <a:latin typeface="Helvetica Neue" panose="02000503000000020004" pitchFamily="2" charset="0"/>
              </a:rPr>
              <a:t>方法中的 </a:t>
            </a:r>
            <a:r>
              <a:rPr lang="en-US" altLang="zh-CN" b="1" dirty="0" err="1">
                <a:solidFill>
                  <a:schemeClr val="accent4">
                    <a:lumMod val="40000"/>
                    <a:lumOff val="60000"/>
                  </a:schemeClr>
                </a:solidFill>
                <a:latin typeface="Helvetica Neue" panose="02000503000000020004" pitchFamily="2" charset="0"/>
              </a:rPr>
              <a:t>ServletConfig</a:t>
            </a:r>
            <a:r>
              <a:rPr lang="zh-CN" altLang="en-US" b="1" dirty="0">
                <a:solidFill>
                  <a:schemeClr val="accent4">
                    <a:lumMod val="40000"/>
                    <a:lumOff val="60000"/>
                  </a:schemeClr>
                </a:solidFill>
                <a:latin typeface="Helvetica Neue" panose="02000503000000020004" pitchFamily="2" charset="0"/>
              </a:rPr>
              <a:t> 从哪里获取？</a:t>
            </a:r>
            <a:endParaRPr lang="en-US" altLang="zh-CN" b="1" dirty="0">
              <a:solidFill>
                <a:schemeClr val="accent4">
                  <a:lumMod val="40000"/>
                  <a:lumOff val="60000"/>
                </a:schemeClr>
              </a:solidFill>
              <a:latin typeface="Helvetica Neue" panose="02000503000000020004" pitchFamily="2" charset="0"/>
            </a:endParaRPr>
          </a:p>
          <a:p>
            <a:pPr marL="742950" lvl="1" indent="-285750">
              <a:lnSpc>
                <a:spcPct val="150000"/>
              </a:lnSpc>
              <a:buFontTx/>
              <a:buChar char="-"/>
            </a:pPr>
            <a:r>
              <a:rPr lang="en-US" altLang="zh-CN" b="1" dirty="0" err="1">
                <a:solidFill>
                  <a:schemeClr val="accent4">
                    <a:lumMod val="40000"/>
                    <a:lumOff val="60000"/>
                  </a:schemeClr>
                </a:solidFill>
                <a:latin typeface="Helvetica Neue" panose="02000503000000020004" pitchFamily="2" charset="0"/>
              </a:rPr>
              <a:t>ServletConfig</a:t>
            </a:r>
            <a:r>
              <a:rPr lang="zh-CN" altLang="en-US" b="1" dirty="0">
                <a:solidFill>
                  <a:schemeClr val="accent4">
                    <a:lumMod val="40000"/>
                    <a:lumOff val="60000"/>
                  </a:schemeClr>
                </a:solidFill>
                <a:latin typeface="Helvetica Neue" panose="02000503000000020004" pitchFamily="2" charset="0"/>
              </a:rPr>
              <a:t> 是执行初始化时 </a:t>
            </a:r>
            <a:r>
              <a:rPr lang="en-US" altLang="zh-CN" b="1" dirty="0">
                <a:solidFill>
                  <a:schemeClr val="accent4">
                    <a:lumMod val="40000"/>
                    <a:lumOff val="60000"/>
                  </a:schemeClr>
                </a:solidFill>
                <a:latin typeface="Helvetica Neue" panose="02000503000000020004" pitchFamily="2" charset="0"/>
              </a:rPr>
              <a:t>web</a:t>
            </a:r>
            <a:r>
              <a:rPr lang="zh-CN" altLang="en-US" b="1" dirty="0">
                <a:solidFill>
                  <a:schemeClr val="accent4">
                    <a:lumMod val="40000"/>
                    <a:lumOff val="60000"/>
                  </a:schemeClr>
                </a:solidFill>
                <a:latin typeface="Helvetica Neue" panose="02000503000000020004" pitchFamily="2" charset="0"/>
              </a:rPr>
              <a:t> 容器将其作为 </a:t>
            </a:r>
            <a:r>
              <a:rPr lang="en-US" altLang="zh-CN" b="1" dirty="0" err="1">
                <a:solidFill>
                  <a:schemeClr val="accent4">
                    <a:lumMod val="40000"/>
                    <a:lumOff val="60000"/>
                  </a:schemeClr>
                </a:solidFill>
                <a:latin typeface="Helvetica Neue" panose="02000503000000020004" pitchFamily="2" charset="0"/>
              </a:rPr>
              <a:t>init</a:t>
            </a:r>
            <a:r>
              <a:rPr lang="zh-CN" altLang="en-US" b="1" dirty="0">
                <a:solidFill>
                  <a:schemeClr val="accent4">
                    <a:lumMod val="40000"/>
                    <a:lumOff val="60000"/>
                  </a:schemeClr>
                </a:solidFill>
                <a:latin typeface="Helvetica Neue" panose="02000503000000020004" pitchFamily="2" charset="0"/>
              </a:rPr>
              <a:t> 入参传入到 </a:t>
            </a:r>
            <a:r>
              <a:rPr lang="en-US" altLang="zh-CN" b="1" dirty="0">
                <a:solidFill>
                  <a:schemeClr val="accent4">
                    <a:lumMod val="40000"/>
                    <a:lumOff val="60000"/>
                  </a:schemeClr>
                </a:solidFill>
                <a:latin typeface="Helvetica Neue" panose="02000503000000020004" pitchFamily="2" charset="0"/>
              </a:rPr>
              <a:t>Servlet</a:t>
            </a:r>
            <a:r>
              <a:rPr lang="zh-CN" altLang="en-US" b="1" dirty="0">
                <a:solidFill>
                  <a:schemeClr val="accent4">
                    <a:lumMod val="40000"/>
                    <a:lumOff val="60000"/>
                  </a:schemeClr>
                </a:solidFill>
                <a:latin typeface="Helvetica Neue" panose="02000503000000020004" pitchFamily="2" charset="0"/>
              </a:rPr>
              <a:t> 中的</a:t>
            </a:r>
            <a:endParaRPr lang="en-US" altLang="zh-CN" b="1" dirty="0">
              <a:solidFill>
                <a:schemeClr val="accent4">
                  <a:lumMod val="40000"/>
                  <a:lumOff val="60000"/>
                </a:schemeClr>
              </a:solidFill>
              <a:latin typeface="Helvetica Neue" panose="02000503000000020004" pitchFamily="2" charset="0"/>
            </a:endParaRP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我们需要用一个成员变量将 </a:t>
            </a:r>
            <a:r>
              <a:rPr lang="en-US" altLang="zh-CN" b="1" dirty="0" err="1">
                <a:solidFill>
                  <a:schemeClr val="accent4">
                    <a:lumMod val="40000"/>
                    <a:lumOff val="60000"/>
                  </a:schemeClr>
                </a:solidFill>
                <a:latin typeface="Helvetica Neue" panose="02000503000000020004" pitchFamily="2" charset="0"/>
              </a:rPr>
              <a:t>ServletConfig</a:t>
            </a:r>
            <a:r>
              <a:rPr lang="zh-CN" altLang="en-US" b="1" dirty="0">
                <a:solidFill>
                  <a:schemeClr val="accent4">
                    <a:lumMod val="40000"/>
                    <a:lumOff val="60000"/>
                  </a:schemeClr>
                </a:solidFill>
                <a:latin typeface="Helvetica Neue" panose="02000503000000020004" pitchFamily="2" charset="0"/>
              </a:rPr>
              <a:t> 保存起来</a:t>
            </a:r>
            <a:endParaRPr lang="en-US" altLang="zh-CN" b="1" dirty="0">
              <a:solidFill>
                <a:schemeClr val="accent4">
                  <a:lumMod val="40000"/>
                  <a:lumOff val="60000"/>
                </a:schemeClr>
              </a:solidFill>
              <a:latin typeface="Helvetica Neue" panose="02000503000000020004" pitchFamily="2" charset="0"/>
            </a:endParaRPr>
          </a:p>
        </p:txBody>
      </p:sp>
      <p:pic>
        <p:nvPicPr>
          <p:cNvPr id="5" name="图片 4">
            <a:extLst>
              <a:ext uri="{FF2B5EF4-FFF2-40B4-BE49-F238E27FC236}">
                <a16:creationId xmlns:a16="http://schemas.microsoft.com/office/drawing/2014/main" id="{A69A4A8C-36BC-5E38-7449-FBA2A9BBA773}"/>
              </a:ext>
            </a:extLst>
          </p:cNvPr>
          <p:cNvPicPr>
            <a:picLocks noChangeAspect="1"/>
          </p:cNvPicPr>
          <p:nvPr/>
        </p:nvPicPr>
        <p:blipFill>
          <a:blip r:embed="rId2"/>
          <a:stretch>
            <a:fillRect/>
          </a:stretch>
        </p:blipFill>
        <p:spPr>
          <a:xfrm>
            <a:off x="668685" y="2986809"/>
            <a:ext cx="8035047" cy="3201657"/>
          </a:xfrm>
          <a:prstGeom prst="rect">
            <a:avLst/>
          </a:prstGeom>
        </p:spPr>
      </p:pic>
    </p:spTree>
    <p:extLst>
      <p:ext uri="{BB962C8B-B14F-4D97-AF65-F5344CB8AC3E}">
        <p14:creationId xmlns:p14="http://schemas.microsoft.com/office/powerpoint/2010/main" val="4076349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3239"/>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改造 </a:t>
            </a:r>
            <a:r>
              <a:rPr lang="en-US" altLang="zh-CN" dirty="0"/>
              <a:t>Servlet</a:t>
            </a:r>
            <a:r>
              <a:rPr lang="zh-CN" altLang="en-US" dirty="0"/>
              <a:t> 的 </a:t>
            </a:r>
            <a:r>
              <a:rPr lang="en-US" altLang="zh-CN" dirty="0" err="1"/>
              <a:t>init</a:t>
            </a:r>
            <a:r>
              <a:rPr lang="zh-CN" altLang="en-US" dirty="0"/>
              <a:t> 方法</a:t>
            </a:r>
          </a:p>
        </p:txBody>
      </p:sp>
      <p:sp>
        <p:nvSpPr>
          <p:cNvPr id="2" name="文本框 1">
            <a:extLst>
              <a:ext uri="{FF2B5EF4-FFF2-40B4-BE49-F238E27FC236}">
                <a16:creationId xmlns:a16="http://schemas.microsoft.com/office/drawing/2014/main" id="{8E677241-E34E-1B4D-D7C2-521FBF1D10FC}"/>
              </a:ext>
            </a:extLst>
          </p:cNvPr>
          <p:cNvSpPr txBox="1"/>
          <p:nvPr/>
        </p:nvSpPr>
        <p:spPr>
          <a:xfrm>
            <a:off x="668686" y="1447046"/>
            <a:ext cx="11004025" cy="878702"/>
          </a:xfrm>
          <a:prstGeom prst="rect">
            <a:avLst/>
          </a:prstGeom>
          <a:noFill/>
        </p:spPr>
        <p:txBody>
          <a:bodyPr wrap="square">
            <a:spAutoFit/>
          </a:bodyPr>
          <a:lstStyle/>
          <a:p>
            <a:pPr marL="285750"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思考</a:t>
            </a:r>
            <a:r>
              <a:rPr lang="en-US" altLang="zh-CN" b="1" dirty="0">
                <a:solidFill>
                  <a:schemeClr val="accent4">
                    <a:lumMod val="40000"/>
                    <a:lumOff val="60000"/>
                  </a:schemeClr>
                </a:solidFill>
                <a:latin typeface="Helvetica Neue" panose="02000503000000020004" pitchFamily="2" charset="0"/>
              </a:rPr>
              <a:t>2</a:t>
            </a:r>
            <a:r>
              <a:rPr lang="zh-CN" altLang="en-US" b="1" dirty="0">
                <a:solidFill>
                  <a:schemeClr val="accent4">
                    <a:lumMod val="40000"/>
                    <a:lumOff val="60000"/>
                  </a:schemeClr>
                </a:solidFill>
                <a:latin typeface="Helvetica Neue" panose="02000503000000020004" pitchFamily="2" charset="0"/>
              </a:rPr>
              <a:t>：</a:t>
            </a:r>
            <a:r>
              <a:rPr lang="en-US" altLang="zh-CN" b="1" dirty="0">
                <a:solidFill>
                  <a:schemeClr val="accent4">
                    <a:lumMod val="40000"/>
                    <a:lumOff val="60000"/>
                  </a:schemeClr>
                </a:solidFill>
                <a:latin typeface="Helvetica Neue" panose="02000503000000020004" pitchFamily="2" charset="0"/>
              </a:rPr>
              <a:t> </a:t>
            </a:r>
            <a:r>
              <a:rPr lang="zh-CN" altLang="en-US" b="1" dirty="0">
                <a:solidFill>
                  <a:schemeClr val="accent4">
                    <a:lumMod val="40000"/>
                    <a:lumOff val="60000"/>
                  </a:schemeClr>
                </a:solidFill>
                <a:latin typeface="Helvetica Neue" panose="02000503000000020004" pitchFamily="2" charset="0"/>
              </a:rPr>
              <a:t>如何保护 </a:t>
            </a:r>
            <a:r>
              <a:rPr lang="en-US" altLang="zh-CN" b="1" dirty="0" err="1">
                <a:solidFill>
                  <a:schemeClr val="accent4">
                    <a:lumMod val="40000"/>
                    <a:lumOff val="60000"/>
                  </a:schemeClr>
                </a:solidFill>
                <a:latin typeface="Helvetica Neue" panose="02000503000000020004" pitchFamily="2" charset="0"/>
              </a:rPr>
              <a:t>init</a:t>
            </a:r>
            <a:r>
              <a:rPr lang="zh-CN" altLang="en-US" b="1" dirty="0">
                <a:solidFill>
                  <a:schemeClr val="accent4">
                    <a:lumMod val="40000"/>
                    <a:lumOff val="60000"/>
                  </a:schemeClr>
                </a:solidFill>
                <a:latin typeface="Helvetica Neue" panose="02000503000000020004" pitchFamily="2" charset="0"/>
              </a:rPr>
              <a:t> 方法的逻辑，程序员要自定义 </a:t>
            </a:r>
            <a:r>
              <a:rPr lang="en-US" altLang="zh-CN" b="1" dirty="0" err="1">
                <a:solidFill>
                  <a:schemeClr val="accent4">
                    <a:lumMod val="40000"/>
                    <a:lumOff val="60000"/>
                  </a:schemeClr>
                </a:solidFill>
                <a:latin typeface="Helvetica Neue" panose="02000503000000020004" pitchFamily="2" charset="0"/>
              </a:rPr>
              <a:t>init</a:t>
            </a:r>
            <a:r>
              <a:rPr lang="zh-CN" altLang="en-US" b="1" dirty="0">
                <a:solidFill>
                  <a:schemeClr val="accent4">
                    <a:lumMod val="40000"/>
                    <a:lumOff val="60000"/>
                  </a:schemeClr>
                </a:solidFill>
                <a:latin typeface="Helvetica Neue" panose="02000503000000020004" pitchFamily="2" charset="0"/>
              </a:rPr>
              <a:t> 方法怎么办？ </a:t>
            </a:r>
            <a:endParaRPr lang="en-US" altLang="zh-CN" b="1" dirty="0">
              <a:solidFill>
                <a:schemeClr val="accent4">
                  <a:lumMod val="40000"/>
                  <a:lumOff val="60000"/>
                </a:schemeClr>
              </a:solidFill>
              <a:latin typeface="Helvetica Neue" panose="02000503000000020004" pitchFamily="2" charset="0"/>
            </a:endParaRP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增加一个没有参数的 </a:t>
            </a:r>
            <a:r>
              <a:rPr lang="en-US" altLang="zh-CN" b="1" dirty="0" err="1">
                <a:solidFill>
                  <a:schemeClr val="accent4">
                    <a:lumMod val="40000"/>
                    <a:lumOff val="60000"/>
                  </a:schemeClr>
                </a:solidFill>
                <a:latin typeface="Helvetica Neue" panose="02000503000000020004" pitchFamily="2" charset="0"/>
              </a:rPr>
              <a:t>init</a:t>
            </a:r>
            <a:r>
              <a:rPr lang="zh-CN" altLang="en-US" b="1" dirty="0">
                <a:solidFill>
                  <a:schemeClr val="accent4">
                    <a:lumMod val="40000"/>
                    <a:lumOff val="60000"/>
                  </a:schemeClr>
                </a:solidFill>
                <a:latin typeface="Helvetica Neue" panose="02000503000000020004" pitchFamily="2" charset="0"/>
              </a:rPr>
              <a:t> 方法，让程序员继承类之后可以自定义实现</a:t>
            </a:r>
            <a:endParaRPr lang="en-US" altLang="zh-CN" b="1" dirty="0">
              <a:solidFill>
                <a:schemeClr val="accent4">
                  <a:lumMod val="40000"/>
                  <a:lumOff val="60000"/>
                </a:schemeClr>
              </a:solidFill>
              <a:latin typeface="Helvetica Neue" panose="02000503000000020004" pitchFamily="2" charset="0"/>
            </a:endParaRPr>
          </a:p>
        </p:txBody>
      </p:sp>
      <p:pic>
        <p:nvPicPr>
          <p:cNvPr id="3" name="图片 2">
            <a:extLst>
              <a:ext uri="{FF2B5EF4-FFF2-40B4-BE49-F238E27FC236}">
                <a16:creationId xmlns:a16="http://schemas.microsoft.com/office/drawing/2014/main" id="{65F89A5E-A8E0-B9A3-06AF-079D2FCCE057}"/>
              </a:ext>
            </a:extLst>
          </p:cNvPr>
          <p:cNvPicPr>
            <a:picLocks noChangeAspect="1"/>
          </p:cNvPicPr>
          <p:nvPr/>
        </p:nvPicPr>
        <p:blipFill>
          <a:blip r:embed="rId2"/>
          <a:stretch>
            <a:fillRect/>
          </a:stretch>
        </p:blipFill>
        <p:spPr>
          <a:xfrm>
            <a:off x="668686" y="2593193"/>
            <a:ext cx="8023758" cy="3701567"/>
          </a:xfrm>
          <a:prstGeom prst="rect">
            <a:avLst/>
          </a:prstGeom>
        </p:spPr>
      </p:pic>
    </p:spTree>
    <p:extLst>
      <p:ext uri="{BB962C8B-B14F-4D97-AF65-F5344CB8AC3E}">
        <p14:creationId xmlns:p14="http://schemas.microsoft.com/office/powerpoint/2010/main" val="359164063"/>
      </p:ext>
    </p:extLst>
  </p:cSld>
  <p:clrMapOvr>
    <a:masterClrMapping/>
  </p:clrMapOvr>
</p:sld>
</file>

<file path=ppt/theme/theme1.xml><?xml version="1.0" encoding="utf-8"?>
<a:theme xmlns:a="http://schemas.openxmlformats.org/drawingml/2006/main" name="饥人谷2020">
  <a:themeElements>
    <a:clrScheme name="自定义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00"/>
      </a:hlink>
      <a:folHlink>
        <a:srgbClr val="FFFF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饥人谷2020" id="{9EA43CC4-F49E-4AFB-A232-7BBA7D9D7755}" vid="{63A6EB6F-AC6E-43AB-B8C5-02C8C8D42495}"/>
    </a:ext>
  </a:extLst>
</a:theme>
</file>

<file path=ppt/theme/theme2.xml><?xml version="1.0" encoding="utf-8"?>
<a:theme xmlns:a="http://schemas.openxmlformats.org/drawingml/2006/main" name="饥人谷2019浅色主题​​">
  <a:themeElements>
    <a:clrScheme name="自定义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0000"/>
      </a:hlink>
      <a:folHlink>
        <a:srgbClr val="FF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vaScript 入门.pptx" id="{B812C777-9E68-4F43-B758-EBA532ADB484}" vid="{D326234F-4341-4D06-8CC1-2D740558C2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饥人谷2020</Template>
  <TotalTime>34548</TotalTime>
  <Words>380</Words>
  <Application>Microsoft Macintosh PowerPoint</Application>
  <PresentationFormat>宽屏</PresentationFormat>
  <Paragraphs>39</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7</vt:i4>
      </vt:variant>
    </vt:vector>
  </HeadingPairs>
  <TitlesOfParts>
    <vt:vector size="18" baseType="lpstr">
      <vt:lpstr>等线</vt:lpstr>
      <vt:lpstr>思源黑体</vt:lpstr>
      <vt:lpstr>Microsoft YaHei</vt:lpstr>
      <vt:lpstr>Microsoft YaHei</vt:lpstr>
      <vt:lpstr>Arial</vt:lpstr>
      <vt:lpstr>Calibri</vt:lpstr>
      <vt:lpstr>Consolas</vt:lpstr>
      <vt:lpstr>Helvetica Neue</vt:lpstr>
      <vt:lpstr>Wingdings</vt:lpstr>
      <vt:lpstr>饥人谷2020</vt:lpstr>
      <vt:lpstr>饥人谷2019浅色主题​​</vt:lpstr>
      <vt:lpstr>改造 Servlet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蓝色PPT</dc:title>
  <dc:creator>方 方</dc:creator>
  <cp:lastModifiedBy>vincent</cp:lastModifiedBy>
  <cp:revision>341</cp:revision>
  <dcterms:created xsi:type="dcterms:W3CDTF">2021-12-14T08:53:33Z</dcterms:created>
  <dcterms:modified xsi:type="dcterms:W3CDTF">2023-04-30T05:15:23Z</dcterms:modified>
</cp:coreProperties>
</file>